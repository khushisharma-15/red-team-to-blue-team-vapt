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77.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73.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61.xml"/>
  <Override ContentType="application/vnd.openxmlformats-officedocument.presentationml.notesSlide+xml" PartName="/ppt/notesSlides/notesSlide74.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75.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62.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72.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78.xml"/>
  <Override ContentType="application/vnd.openxmlformats-officedocument.presentationml.notesSlide+xml" PartName="/ppt/notesSlides/notesSlide79.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71.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78.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69.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77.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6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71.xml"/>
  <Override ContentType="application/vnd.openxmlformats-officedocument.presentationml.slide+xml" PartName="/ppt/slides/slide41.xml"/>
  <Override ContentType="application/vnd.openxmlformats-officedocument.presentationml.slide+xml" PartName="/ppt/slides/slide67.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66.xml"/>
  <Override ContentType="application/vnd.openxmlformats-officedocument.presentationml.slide+xml" PartName="/ppt/slides/slide79.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7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72.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64.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75.xml"/>
  <Override ContentType="application/vnd.openxmlformats-officedocument.presentationml.slide+xml" PartName="/ppt/slides/slide76.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63.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31.xml"/>
  <Override ContentType="application/vnd.openxmlformats-officedocument.presentationml.slide+xml" PartName="/ppt/slides/slide74.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 id="288" r:id="rId37"/>
    <p:sldId id="289" r:id="rId38"/>
    <p:sldId id="290" r:id="rId39"/>
    <p:sldId id="291" r:id="rId40"/>
    <p:sldId id="292" r:id="rId41"/>
    <p:sldId id="293" r:id="rId42"/>
    <p:sldId id="294" r:id="rId43"/>
    <p:sldId id="295" r:id="rId44"/>
    <p:sldId id="296" r:id="rId45"/>
    <p:sldId id="297" r:id="rId46"/>
    <p:sldId id="298" r:id="rId47"/>
    <p:sldId id="299" r:id="rId48"/>
    <p:sldId id="300" r:id="rId49"/>
    <p:sldId id="301" r:id="rId50"/>
    <p:sldId id="302" r:id="rId51"/>
    <p:sldId id="303" r:id="rId52"/>
    <p:sldId id="304" r:id="rId53"/>
    <p:sldId id="305" r:id="rId54"/>
    <p:sldId id="306" r:id="rId55"/>
    <p:sldId id="307" r:id="rId56"/>
    <p:sldId id="308" r:id="rId57"/>
    <p:sldId id="309" r:id="rId58"/>
    <p:sldId id="310" r:id="rId59"/>
    <p:sldId id="311" r:id="rId60"/>
    <p:sldId id="312" r:id="rId61"/>
    <p:sldId id="313" r:id="rId62"/>
    <p:sldId id="314" r:id="rId63"/>
    <p:sldId id="315" r:id="rId64"/>
    <p:sldId id="316" r:id="rId65"/>
    <p:sldId id="317" r:id="rId66"/>
    <p:sldId id="318" r:id="rId67"/>
    <p:sldId id="319" r:id="rId68"/>
    <p:sldId id="320" r:id="rId69"/>
    <p:sldId id="321" r:id="rId70"/>
    <p:sldId id="322" r:id="rId71"/>
    <p:sldId id="323" r:id="rId72"/>
    <p:sldId id="324" r:id="rId73"/>
    <p:sldId id="325" r:id="rId74"/>
    <p:sldId id="326" r:id="rId75"/>
    <p:sldId id="327" r:id="rId76"/>
    <p:sldId id="328" r:id="rId77"/>
    <p:sldId id="329" r:id="rId78"/>
    <p:sldId id="330" r:id="rId79"/>
    <p:sldId id="331" r:id="rId80"/>
    <p:sldId id="332" r:id="rId81"/>
    <p:sldId id="333" r:id="rId82"/>
    <p:sldId id="334" r:id="rId83"/>
  </p:sldIdLst>
  <p:sldSz cy="6858000" cx="12192000"/>
  <p:notesSz cx="6858000" cy="9144000"/>
  <p:embeddedFontLst>
    <p:embeddedFont>
      <p:font typeface="Roboto Mono"/>
      <p:regular r:id="rId84"/>
      <p:bold r:id="rId85"/>
      <p:italic r:id="rId86"/>
      <p:boldItalic r:id="rId8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88" roundtripDataSignature="AMtx7mjK0gvyf4jGDRe04z+fq8Rm7+ICB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schemas.openxmlformats.org/officeDocument/2006/relationships/slide" Target="slides/slide36.xml"/><Relationship Id="rId84" Type="http://schemas.openxmlformats.org/officeDocument/2006/relationships/font" Target="fonts/RobotoMono-regular.fntdata"/><Relationship Id="rId83" Type="http://schemas.openxmlformats.org/officeDocument/2006/relationships/slide" Target="slides/slide79.xml"/><Relationship Id="rId42" Type="http://schemas.openxmlformats.org/officeDocument/2006/relationships/slide" Target="slides/slide38.xml"/><Relationship Id="rId86" Type="http://schemas.openxmlformats.org/officeDocument/2006/relationships/font" Target="fonts/RobotoMono-italic.fntdata"/><Relationship Id="rId41" Type="http://schemas.openxmlformats.org/officeDocument/2006/relationships/slide" Target="slides/slide37.xml"/><Relationship Id="rId85" Type="http://schemas.openxmlformats.org/officeDocument/2006/relationships/font" Target="fonts/RobotoMono-bold.fntdata"/><Relationship Id="rId44" Type="http://schemas.openxmlformats.org/officeDocument/2006/relationships/slide" Target="slides/slide40.xml"/><Relationship Id="rId88" Type="http://customschemas.google.com/relationships/presentationmetadata" Target="metadata"/><Relationship Id="rId43" Type="http://schemas.openxmlformats.org/officeDocument/2006/relationships/slide" Target="slides/slide39.xml"/><Relationship Id="rId87" Type="http://schemas.openxmlformats.org/officeDocument/2006/relationships/font" Target="fonts/RobotoMono-boldItalic.fntdata"/><Relationship Id="rId46" Type="http://schemas.openxmlformats.org/officeDocument/2006/relationships/slide" Target="slides/slide42.xml"/><Relationship Id="rId45" Type="http://schemas.openxmlformats.org/officeDocument/2006/relationships/slide" Target="slides/slide41.xml"/><Relationship Id="rId80" Type="http://schemas.openxmlformats.org/officeDocument/2006/relationships/slide" Target="slides/slide76.xml"/><Relationship Id="rId82" Type="http://schemas.openxmlformats.org/officeDocument/2006/relationships/slide" Target="slides/slide78.xml"/><Relationship Id="rId81" Type="http://schemas.openxmlformats.org/officeDocument/2006/relationships/slide" Target="slides/slide77.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48" Type="http://schemas.openxmlformats.org/officeDocument/2006/relationships/slide" Target="slides/slide44.xml"/><Relationship Id="rId47" Type="http://schemas.openxmlformats.org/officeDocument/2006/relationships/slide" Target="slides/slide43.xml"/><Relationship Id="rId49" Type="http://schemas.openxmlformats.org/officeDocument/2006/relationships/slide" Target="slides/slide45.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73" Type="http://schemas.openxmlformats.org/officeDocument/2006/relationships/slide" Target="slides/slide69.xml"/><Relationship Id="rId72" Type="http://schemas.openxmlformats.org/officeDocument/2006/relationships/slide" Target="slides/slide68.xml"/><Relationship Id="rId31" Type="http://schemas.openxmlformats.org/officeDocument/2006/relationships/slide" Target="slides/slide27.xml"/><Relationship Id="rId75" Type="http://schemas.openxmlformats.org/officeDocument/2006/relationships/slide" Target="slides/slide71.xml"/><Relationship Id="rId30" Type="http://schemas.openxmlformats.org/officeDocument/2006/relationships/slide" Target="slides/slide26.xml"/><Relationship Id="rId74" Type="http://schemas.openxmlformats.org/officeDocument/2006/relationships/slide" Target="slides/slide70.xml"/><Relationship Id="rId33" Type="http://schemas.openxmlformats.org/officeDocument/2006/relationships/slide" Target="slides/slide29.xml"/><Relationship Id="rId77" Type="http://schemas.openxmlformats.org/officeDocument/2006/relationships/slide" Target="slides/slide73.xml"/><Relationship Id="rId32" Type="http://schemas.openxmlformats.org/officeDocument/2006/relationships/slide" Target="slides/slide28.xml"/><Relationship Id="rId76" Type="http://schemas.openxmlformats.org/officeDocument/2006/relationships/slide" Target="slides/slide72.xml"/><Relationship Id="rId35" Type="http://schemas.openxmlformats.org/officeDocument/2006/relationships/slide" Target="slides/slide31.xml"/><Relationship Id="rId79" Type="http://schemas.openxmlformats.org/officeDocument/2006/relationships/slide" Target="slides/slide75.xml"/><Relationship Id="rId34" Type="http://schemas.openxmlformats.org/officeDocument/2006/relationships/slide" Target="slides/slide30.xml"/><Relationship Id="rId78" Type="http://schemas.openxmlformats.org/officeDocument/2006/relationships/slide" Target="slides/slide74.xml"/><Relationship Id="rId71" Type="http://schemas.openxmlformats.org/officeDocument/2006/relationships/slide" Target="slides/slide67.xml"/><Relationship Id="rId70" Type="http://schemas.openxmlformats.org/officeDocument/2006/relationships/slide" Target="slides/slide66.xml"/><Relationship Id="rId37" Type="http://schemas.openxmlformats.org/officeDocument/2006/relationships/slide" Target="slides/slide33.xml"/><Relationship Id="rId36" Type="http://schemas.openxmlformats.org/officeDocument/2006/relationships/slide" Target="slides/slide32.xml"/><Relationship Id="rId39" Type="http://schemas.openxmlformats.org/officeDocument/2006/relationships/slide" Target="slides/slide35.xml"/><Relationship Id="rId38" Type="http://schemas.openxmlformats.org/officeDocument/2006/relationships/slide" Target="slides/slide34.xml"/><Relationship Id="rId62" Type="http://schemas.openxmlformats.org/officeDocument/2006/relationships/slide" Target="slides/slide58.xml"/><Relationship Id="rId61" Type="http://schemas.openxmlformats.org/officeDocument/2006/relationships/slide" Target="slides/slide57.xml"/><Relationship Id="rId20" Type="http://schemas.openxmlformats.org/officeDocument/2006/relationships/slide" Target="slides/slide16.xml"/><Relationship Id="rId64" Type="http://schemas.openxmlformats.org/officeDocument/2006/relationships/slide" Target="slides/slide60.xml"/><Relationship Id="rId63" Type="http://schemas.openxmlformats.org/officeDocument/2006/relationships/slide" Target="slides/slide59.xml"/><Relationship Id="rId22" Type="http://schemas.openxmlformats.org/officeDocument/2006/relationships/slide" Target="slides/slide18.xml"/><Relationship Id="rId66" Type="http://schemas.openxmlformats.org/officeDocument/2006/relationships/slide" Target="slides/slide62.xml"/><Relationship Id="rId21" Type="http://schemas.openxmlformats.org/officeDocument/2006/relationships/slide" Target="slides/slide17.xml"/><Relationship Id="rId65" Type="http://schemas.openxmlformats.org/officeDocument/2006/relationships/slide" Target="slides/slide61.xml"/><Relationship Id="rId24" Type="http://schemas.openxmlformats.org/officeDocument/2006/relationships/slide" Target="slides/slide20.xml"/><Relationship Id="rId68" Type="http://schemas.openxmlformats.org/officeDocument/2006/relationships/slide" Target="slides/slide64.xml"/><Relationship Id="rId23" Type="http://schemas.openxmlformats.org/officeDocument/2006/relationships/slide" Target="slides/slide19.xml"/><Relationship Id="rId67" Type="http://schemas.openxmlformats.org/officeDocument/2006/relationships/slide" Target="slides/slide63.xml"/><Relationship Id="rId60" Type="http://schemas.openxmlformats.org/officeDocument/2006/relationships/slide" Target="slides/slide56.xml"/><Relationship Id="rId26" Type="http://schemas.openxmlformats.org/officeDocument/2006/relationships/slide" Target="slides/slide22.xml"/><Relationship Id="rId25" Type="http://schemas.openxmlformats.org/officeDocument/2006/relationships/slide" Target="slides/slide21.xml"/><Relationship Id="rId69" Type="http://schemas.openxmlformats.org/officeDocument/2006/relationships/slide" Target="slides/slide65.xml"/><Relationship Id="rId28" Type="http://schemas.openxmlformats.org/officeDocument/2006/relationships/slide" Target="slides/slide24.xml"/><Relationship Id="rId27" Type="http://schemas.openxmlformats.org/officeDocument/2006/relationships/slide" Target="slides/slide23.xml"/><Relationship Id="rId29" Type="http://schemas.openxmlformats.org/officeDocument/2006/relationships/slide" Target="slides/slide25.xml"/><Relationship Id="rId51" Type="http://schemas.openxmlformats.org/officeDocument/2006/relationships/slide" Target="slides/slide47.xml"/><Relationship Id="rId50" Type="http://schemas.openxmlformats.org/officeDocument/2006/relationships/slide" Target="slides/slide46.xml"/><Relationship Id="rId53" Type="http://schemas.openxmlformats.org/officeDocument/2006/relationships/slide" Target="slides/slide49.xml"/><Relationship Id="rId52" Type="http://schemas.openxmlformats.org/officeDocument/2006/relationships/slide" Target="slides/slide48.xml"/><Relationship Id="rId11" Type="http://schemas.openxmlformats.org/officeDocument/2006/relationships/slide" Target="slides/slide7.xml"/><Relationship Id="rId55" Type="http://schemas.openxmlformats.org/officeDocument/2006/relationships/slide" Target="slides/slide51.xml"/><Relationship Id="rId10" Type="http://schemas.openxmlformats.org/officeDocument/2006/relationships/slide" Target="slides/slide6.xml"/><Relationship Id="rId54" Type="http://schemas.openxmlformats.org/officeDocument/2006/relationships/slide" Target="slides/slide50.xml"/><Relationship Id="rId13" Type="http://schemas.openxmlformats.org/officeDocument/2006/relationships/slide" Target="slides/slide9.xml"/><Relationship Id="rId57" Type="http://schemas.openxmlformats.org/officeDocument/2006/relationships/slide" Target="slides/slide53.xml"/><Relationship Id="rId12" Type="http://schemas.openxmlformats.org/officeDocument/2006/relationships/slide" Target="slides/slide8.xml"/><Relationship Id="rId56" Type="http://schemas.openxmlformats.org/officeDocument/2006/relationships/slide" Target="slides/slide52.xml"/><Relationship Id="rId15" Type="http://schemas.openxmlformats.org/officeDocument/2006/relationships/slide" Target="slides/slide11.xml"/><Relationship Id="rId59" Type="http://schemas.openxmlformats.org/officeDocument/2006/relationships/slide" Target="slides/slide55.xml"/><Relationship Id="rId14" Type="http://schemas.openxmlformats.org/officeDocument/2006/relationships/slide" Target="slides/slide10.xml"/><Relationship Id="rId58" Type="http://schemas.openxmlformats.org/officeDocument/2006/relationships/slide" Target="slides/slide54.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IN"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9" name="Google Shape;99;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0" name="Google Shape;110;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3" name="Google Shape;123;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4" name="Google Shape;124;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IN"/>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6" name="Google Shape;136;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g38bafc61219_0_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48" name="Google Shape;148;g38bafc61219_0_8: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9" name="Google Shape;149;g38bafc61219_0_8: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IN"/>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g38bafc61219_0_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57" name="Google Shape;157;g38bafc61219_0_22: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8" name="Google Shape;158;g38bafc61219_0_22: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IN"/>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g38bafc61219_0_6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65" name="Google Shape;165;g38bafc61219_0_69: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6" name="Google Shape;166;g38bafc61219_0_69: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g38bafc61219_1_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73" name="Google Shape;173;g38bafc61219_1_1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4" name="Google Shape;174;g38bafc61219_1_1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g39484645258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81" name="Google Shape;181;g39484645258_0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2" name="Google Shape;182;g39484645258_0_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IN"/>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g39484645258_0_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89" name="Google Shape;189;g39484645258_0_11: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0" name="Google Shape;190;g39484645258_0_11: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IN"/>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g39484645258_0_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96" name="Google Shape;196;g39484645258_0_19: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7" name="Google Shape;197;g39484645258_0_19: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IN"/>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g39484645258_0_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03" name="Google Shape;203;g39484645258_0_25: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4" name="Google Shape;204;g39484645258_0_25: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IN"/>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g39484645258_0_3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15" name="Google Shape;215;g39484645258_0_38: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6" name="Google Shape;216;g39484645258_0_38: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IN"/>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g39484645258_0_5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24" name="Google Shape;224;g39484645258_0_54: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5" name="Google Shape;225;g39484645258_0_54: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IN"/>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g38bafc61219_1_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31" name="Google Shape;231;g38bafc61219_1_18: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2" name="Google Shape;232;g38bafc61219_1_18: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IN"/>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g39484645258_0_6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38" name="Google Shape;238;g39484645258_0_65: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9" name="Google Shape;239;g39484645258_0_65: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IN"/>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g39484645258_0_7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48" name="Google Shape;248;g39484645258_0_75: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9" name="Google Shape;249;g39484645258_0_75: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g39484645258_0_8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54" name="Google Shape;254;g39484645258_0_81: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5" name="Google Shape;255;g39484645258_0_81: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IN"/>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g39484645258_0_9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61" name="Google Shape;261;g39484645258_0_94: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2" name="Google Shape;262;g39484645258_0_94: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IN"/>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 name="Shape 268"/>
        <p:cNvGrpSpPr/>
        <p:nvPr/>
      </p:nvGrpSpPr>
      <p:grpSpPr>
        <a:xfrm>
          <a:off x="0" y="0"/>
          <a:ext cx="0" cy="0"/>
          <a:chOff x="0" y="0"/>
          <a:chExt cx="0" cy="0"/>
        </a:xfrm>
      </p:grpSpPr>
      <p:sp>
        <p:nvSpPr>
          <p:cNvPr id="269" name="Google Shape;269;g39484645258_0_1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70" name="Google Shape;270;g39484645258_0_111: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1" name="Google Shape;271;g39484645258_0_111: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IN"/>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 name="Shape 277"/>
        <p:cNvGrpSpPr/>
        <p:nvPr/>
      </p:nvGrpSpPr>
      <p:grpSpPr>
        <a:xfrm>
          <a:off x="0" y="0"/>
          <a:ext cx="0" cy="0"/>
          <a:chOff x="0" y="0"/>
          <a:chExt cx="0" cy="0"/>
        </a:xfrm>
      </p:grpSpPr>
      <p:sp>
        <p:nvSpPr>
          <p:cNvPr id="278" name="Google Shape;278;g39484645258_0_1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79" name="Google Shape;279;g39484645258_0_121: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0" name="Google Shape;280;g39484645258_0_121: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IN"/>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 name="Shape 285"/>
        <p:cNvGrpSpPr/>
        <p:nvPr/>
      </p:nvGrpSpPr>
      <p:grpSpPr>
        <a:xfrm>
          <a:off x="0" y="0"/>
          <a:ext cx="0" cy="0"/>
          <a:chOff x="0" y="0"/>
          <a:chExt cx="0" cy="0"/>
        </a:xfrm>
      </p:grpSpPr>
      <p:sp>
        <p:nvSpPr>
          <p:cNvPr id="286" name="Google Shape;286;g39484645258_0_1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87" name="Google Shape;287;g39484645258_0_132: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8" name="Google Shape;288;g39484645258_0_132: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IN"/>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2" name="Shape 292"/>
        <p:cNvGrpSpPr/>
        <p:nvPr/>
      </p:nvGrpSpPr>
      <p:grpSpPr>
        <a:xfrm>
          <a:off x="0" y="0"/>
          <a:ext cx="0" cy="0"/>
          <a:chOff x="0" y="0"/>
          <a:chExt cx="0" cy="0"/>
        </a:xfrm>
      </p:grpSpPr>
      <p:sp>
        <p:nvSpPr>
          <p:cNvPr id="293" name="Google Shape;293;g39484645258_0_13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94" name="Google Shape;294;g39484645258_0_138: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5" name="Google Shape;295;g39484645258_0_138: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IN"/>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g39484645258_0_15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301" name="Google Shape;301;g39484645258_0_154: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2" name="Google Shape;302;g39484645258_0_154: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IN"/>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6" name="Shape 306"/>
        <p:cNvGrpSpPr/>
        <p:nvPr/>
      </p:nvGrpSpPr>
      <p:grpSpPr>
        <a:xfrm>
          <a:off x="0" y="0"/>
          <a:ext cx="0" cy="0"/>
          <a:chOff x="0" y="0"/>
          <a:chExt cx="0" cy="0"/>
        </a:xfrm>
      </p:grpSpPr>
      <p:sp>
        <p:nvSpPr>
          <p:cNvPr id="307" name="Google Shape;307;g39484645258_0_15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308" name="Google Shape;308;g39484645258_0_159: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9" name="Google Shape;309;g39484645258_0_159: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IN"/>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2" name="Shape 312"/>
        <p:cNvGrpSpPr/>
        <p:nvPr/>
      </p:nvGrpSpPr>
      <p:grpSpPr>
        <a:xfrm>
          <a:off x="0" y="0"/>
          <a:ext cx="0" cy="0"/>
          <a:chOff x="0" y="0"/>
          <a:chExt cx="0" cy="0"/>
        </a:xfrm>
      </p:grpSpPr>
      <p:sp>
        <p:nvSpPr>
          <p:cNvPr id="313" name="Google Shape;313;g39484645258_0_14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314" name="Google Shape;314;g39484645258_0_146: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5" name="Google Shape;315;g39484645258_0_146: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IN"/>
              <a:t>‹#›</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9" name="Shape 319"/>
        <p:cNvGrpSpPr/>
        <p:nvPr/>
      </p:nvGrpSpPr>
      <p:grpSpPr>
        <a:xfrm>
          <a:off x="0" y="0"/>
          <a:ext cx="0" cy="0"/>
          <a:chOff x="0" y="0"/>
          <a:chExt cx="0" cy="0"/>
        </a:xfrm>
      </p:grpSpPr>
      <p:sp>
        <p:nvSpPr>
          <p:cNvPr id="320" name="Google Shape;320;g39484645258_0_17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321" name="Google Shape;321;g39484645258_0_17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2" name="Google Shape;322;g39484645258_0_17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IN"/>
              <a:t>‹#›</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5" name="Shape 325"/>
        <p:cNvGrpSpPr/>
        <p:nvPr/>
      </p:nvGrpSpPr>
      <p:grpSpPr>
        <a:xfrm>
          <a:off x="0" y="0"/>
          <a:ext cx="0" cy="0"/>
          <a:chOff x="0" y="0"/>
          <a:chExt cx="0" cy="0"/>
        </a:xfrm>
      </p:grpSpPr>
      <p:sp>
        <p:nvSpPr>
          <p:cNvPr id="326" name="Google Shape;326;g39484645258_0_17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327" name="Google Shape;327;g39484645258_0_175: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8" name="Google Shape;328;g39484645258_0_175: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IN"/>
              <a:t>‹#›</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2" name="Shape 332"/>
        <p:cNvGrpSpPr/>
        <p:nvPr/>
      </p:nvGrpSpPr>
      <p:grpSpPr>
        <a:xfrm>
          <a:off x="0" y="0"/>
          <a:ext cx="0" cy="0"/>
          <a:chOff x="0" y="0"/>
          <a:chExt cx="0" cy="0"/>
        </a:xfrm>
      </p:grpSpPr>
      <p:sp>
        <p:nvSpPr>
          <p:cNvPr id="333" name="Google Shape;333;g39484645258_0_18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334" name="Google Shape;334;g39484645258_0_182: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5" name="Google Shape;335;g39484645258_0_182: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IN"/>
              <a:t>‹#›</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8" name="Shape 338"/>
        <p:cNvGrpSpPr/>
        <p:nvPr/>
      </p:nvGrpSpPr>
      <p:grpSpPr>
        <a:xfrm>
          <a:off x="0" y="0"/>
          <a:ext cx="0" cy="0"/>
          <a:chOff x="0" y="0"/>
          <a:chExt cx="0" cy="0"/>
        </a:xfrm>
      </p:grpSpPr>
      <p:sp>
        <p:nvSpPr>
          <p:cNvPr id="339" name="Google Shape;339;g39484645258_0_18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340" name="Google Shape;340;g39484645258_0_187: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1" name="Google Shape;341;g39484645258_0_187: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IN"/>
              <a:t>‹#›</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6" name="Shape 346"/>
        <p:cNvGrpSpPr/>
        <p:nvPr/>
      </p:nvGrpSpPr>
      <p:grpSpPr>
        <a:xfrm>
          <a:off x="0" y="0"/>
          <a:ext cx="0" cy="0"/>
          <a:chOff x="0" y="0"/>
          <a:chExt cx="0" cy="0"/>
        </a:xfrm>
      </p:grpSpPr>
      <p:sp>
        <p:nvSpPr>
          <p:cNvPr id="347" name="Google Shape;347;g39484645258_0_19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348" name="Google Shape;348;g39484645258_0_196: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9" name="Google Shape;349;g39484645258_0_196: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IN"/>
              <a:t>‹#›</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 name="Shape 354"/>
        <p:cNvGrpSpPr/>
        <p:nvPr/>
      </p:nvGrpSpPr>
      <p:grpSpPr>
        <a:xfrm>
          <a:off x="0" y="0"/>
          <a:ext cx="0" cy="0"/>
          <a:chOff x="0" y="0"/>
          <a:chExt cx="0" cy="0"/>
        </a:xfrm>
      </p:grpSpPr>
      <p:sp>
        <p:nvSpPr>
          <p:cNvPr id="355" name="Google Shape;355;g394a4e65e7b_2_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356" name="Google Shape;356;g394a4e65e7b_2_4: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7" name="Google Shape;357;g394a4e65e7b_2_4: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IN"/>
              <a:t>‹#›</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2" name="Shape 362"/>
        <p:cNvGrpSpPr/>
        <p:nvPr/>
      </p:nvGrpSpPr>
      <p:grpSpPr>
        <a:xfrm>
          <a:off x="0" y="0"/>
          <a:ext cx="0" cy="0"/>
          <a:chOff x="0" y="0"/>
          <a:chExt cx="0" cy="0"/>
        </a:xfrm>
      </p:grpSpPr>
      <p:sp>
        <p:nvSpPr>
          <p:cNvPr id="363" name="Google Shape;363;g39484645258_0_2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364" name="Google Shape;364;g39484645258_0_224: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5" name="Google Shape;365;g39484645258_0_224: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IN"/>
              <a:t>‹#›</a:t>
            </a:fld>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9" name="Shape 369"/>
        <p:cNvGrpSpPr/>
        <p:nvPr/>
      </p:nvGrpSpPr>
      <p:grpSpPr>
        <a:xfrm>
          <a:off x="0" y="0"/>
          <a:ext cx="0" cy="0"/>
          <a:chOff x="0" y="0"/>
          <a:chExt cx="0" cy="0"/>
        </a:xfrm>
      </p:grpSpPr>
      <p:sp>
        <p:nvSpPr>
          <p:cNvPr id="370" name="Google Shape;370;g39484645258_0_20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371" name="Google Shape;371;g39484645258_0_208: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2" name="Google Shape;372;g39484645258_0_208: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IN"/>
              <a:t>‹#›</a:t>
            </a:fld>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7" name="Shape 377"/>
        <p:cNvGrpSpPr/>
        <p:nvPr/>
      </p:nvGrpSpPr>
      <p:grpSpPr>
        <a:xfrm>
          <a:off x="0" y="0"/>
          <a:ext cx="0" cy="0"/>
          <a:chOff x="0" y="0"/>
          <a:chExt cx="0" cy="0"/>
        </a:xfrm>
      </p:grpSpPr>
      <p:sp>
        <p:nvSpPr>
          <p:cNvPr id="378" name="Google Shape;378;g3951a309050_0_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379" name="Google Shape;379;g3951a309050_0_6: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0" name="Google Shape;380;g3951a309050_0_6: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IN"/>
              <a:t>‹#›</a:t>
            </a:fld>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6" name="Shape 386"/>
        <p:cNvGrpSpPr/>
        <p:nvPr/>
      </p:nvGrpSpPr>
      <p:grpSpPr>
        <a:xfrm>
          <a:off x="0" y="0"/>
          <a:ext cx="0" cy="0"/>
          <a:chOff x="0" y="0"/>
          <a:chExt cx="0" cy="0"/>
        </a:xfrm>
      </p:grpSpPr>
      <p:sp>
        <p:nvSpPr>
          <p:cNvPr id="387" name="Google Shape;387;g3951a309050_0_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388" name="Google Shape;388;g3951a309050_0_12: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9" name="Google Shape;389;g3951a309050_0_12: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IN"/>
              <a:t>‹#›</a:t>
            </a:fld>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4" name="Shape 394"/>
        <p:cNvGrpSpPr/>
        <p:nvPr/>
      </p:nvGrpSpPr>
      <p:grpSpPr>
        <a:xfrm>
          <a:off x="0" y="0"/>
          <a:ext cx="0" cy="0"/>
          <a:chOff x="0" y="0"/>
          <a:chExt cx="0" cy="0"/>
        </a:xfrm>
      </p:grpSpPr>
      <p:sp>
        <p:nvSpPr>
          <p:cNvPr id="395" name="Google Shape;395;g3951a309050_0_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396" name="Google Shape;396;g3951a309050_0_31: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97" name="Google Shape;397;g3951a309050_0_31: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IN"/>
              <a:t>‹#›</a:t>
            </a:fld>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1" name="Shape 401"/>
        <p:cNvGrpSpPr/>
        <p:nvPr/>
      </p:nvGrpSpPr>
      <p:grpSpPr>
        <a:xfrm>
          <a:off x="0" y="0"/>
          <a:ext cx="0" cy="0"/>
          <a:chOff x="0" y="0"/>
          <a:chExt cx="0" cy="0"/>
        </a:xfrm>
      </p:grpSpPr>
      <p:sp>
        <p:nvSpPr>
          <p:cNvPr id="402" name="Google Shape;402;g3951a309050_0_3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403" name="Google Shape;403;g3951a309050_0_39: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4" name="Google Shape;404;g3951a309050_0_39: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IN"/>
              <a:t>‹#›</a:t>
            </a:fld>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7" name="Shape 407"/>
        <p:cNvGrpSpPr/>
        <p:nvPr/>
      </p:nvGrpSpPr>
      <p:grpSpPr>
        <a:xfrm>
          <a:off x="0" y="0"/>
          <a:ext cx="0" cy="0"/>
          <a:chOff x="0" y="0"/>
          <a:chExt cx="0" cy="0"/>
        </a:xfrm>
      </p:grpSpPr>
      <p:sp>
        <p:nvSpPr>
          <p:cNvPr id="408" name="Google Shape;408;g3951a309050_0_5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409" name="Google Shape;409;g3951a309050_0_52: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10" name="Google Shape;410;g3951a309050_0_52: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IN"/>
              <a:t>‹#›</a:t>
            </a:fld>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3" name="Shape 413"/>
        <p:cNvGrpSpPr/>
        <p:nvPr/>
      </p:nvGrpSpPr>
      <p:grpSpPr>
        <a:xfrm>
          <a:off x="0" y="0"/>
          <a:ext cx="0" cy="0"/>
          <a:chOff x="0" y="0"/>
          <a:chExt cx="0" cy="0"/>
        </a:xfrm>
      </p:grpSpPr>
      <p:sp>
        <p:nvSpPr>
          <p:cNvPr id="414" name="Google Shape;414;g3951a309050_0_7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415" name="Google Shape;415;g3951a309050_0_75: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16" name="Google Shape;416;g3951a309050_0_75: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IN"/>
              <a:t>‹#›</a:t>
            </a:fld>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0" name="Shape 420"/>
        <p:cNvGrpSpPr/>
        <p:nvPr/>
      </p:nvGrpSpPr>
      <p:grpSpPr>
        <a:xfrm>
          <a:off x="0" y="0"/>
          <a:ext cx="0" cy="0"/>
          <a:chOff x="0" y="0"/>
          <a:chExt cx="0" cy="0"/>
        </a:xfrm>
      </p:grpSpPr>
      <p:sp>
        <p:nvSpPr>
          <p:cNvPr id="421" name="Google Shape;421;g3951a309050_0_8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422" name="Google Shape;422;g3951a309050_0_81: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23" name="Google Shape;423;g3951a309050_0_81: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IN"/>
              <a:t>‹#›</a:t>
            </a:fld>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7" name="Shape 427"/>
        <p:cNvGrpSpPr/>
        <p:nvPr/>
      </p:nvGrpSpPr>
      <p:grpSpPr>
        <a:xfrm>
          <a:off x="0" y="0"/>
          <a:ext cx="0" cy="0"/>
          <a:chOff x="0" y="0"/>
          <a:chExt cx="0" cy="0"/>
        </a:xfrm>
      </p:grpSpPr>
      <p:sp>
        <p:nvSpPr>
          <p:cNvPr id="428" name="Google Shape;428;g3951a309050_0_8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429" name="Google Shape;429;g3951a309050_0_87: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30" name="Google Shape;430;g3951a309050_0_87: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IN"/>
              <a:t>‹#›</a:t>
            </a:fld>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3" name="Shape 433"/>
        <p:cNvGrpSpPr/>
        <p:nvPr/>
      </p:nvGrpSpPr>
      <p:grpSpPr>
        <a:xfrm>
          <a:off x="0" y="0"/>
          <a:ext cx="0" cy="0"/>
          <a:chOff x="0" y="0"/>
          <a:chExt cx="0" cy="0"/>
        </a:xfrm>
      </p:grpSpPr>
      <p:sp>
        <p:nvSpPr>
          <p:cNvPr id="434" name="Google Shape;434;g3951a309050_0_9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435" name="Google Shape;435;g3951a309050_0_96: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36" name="Google Shape;436;g3951a309050_0_96: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IN"/>
              <a:t>‹#›</a:t>
            </a:fld>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9" name="Shape 439"/>
        <p:cNvGrpSpPr/>
        <p:nvPr/>
      </p:nvGrpSpPr>
      <p:grpSpPr>
        <a:xfrm>
          <a:off x="0" y="0"/>
          <a:ext cx="0" cy="0"/>
          <a:chOff x="0" y="0"/>
          <a:chExt cx="0" cy="0"/>
        </a:xfrm>
      </p:grpSpPr>
      <p:sp>
        <p:nvSpPr>
          <p:cNvPr id="440" name="Google Shape;440;g3951a309050_0_14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441" name="Google Shape;441;g3951a309050_0_141: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42" name="Google Shape;442;g3951a309050_0_141: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IN"/>
              <a:t>‹#›</a:t>
            </a:fld>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5" name="Shape 445"/>
        <p:cNvGrpSpPr/>
        <p:nvPr/>
      </p:nvGrpSpPr>
      <p:grpSpPr>
        <a:xfrm>
          <a:off x="0" y="0"/>
          <a:ext cx="0" cy="0"/>
          <a:chOff x="0" y="0"/>
          <a:chExt cx="0" cy="0"/>
        </a:xfrm>
      </p:grpSpPr>
      <p:sp>
        <p:nvSpPr>
          <p:cNvPr id="446" name="Google Shape;446;g3951a309050_0_10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447" name="Google Shape;447;g3951a309050_0_104: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48" name="Google Shape;448;g3951a309050_0_104: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IN"/>
              <a:t>‹#›</a:t>
            </a:fld>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2" name="Shape 452"/>
        <p:cNvGrpSpPr/>
        <p:nvPr/>
      </p:nvGrpSpPr>
      <p:grpSpPr>
        <a:xfrm>
          <a:off x="0" y="0"/>
          <a:ext cx="0" cy="0"/>
          <a:chOff x="0" y="0"/>
          <a:chExt cx="0" cy="0"/>
        </a:xfrm>
      </p:grpSpPr>
      <p:sp>
        <p:nvSpPr>
          <p:cNvPr id="453" name="Google Shape;453;g3951a309050_0_10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454" name="Google Shape;454;g3951a309050_0_108: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55" name="Google Shape;455;g3951a309050_0_108: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IN"/>
              <a:t>‹#›</a:t>
            </a:fld>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8" name="Shape 458"/>
        <p:cNvGrpSpPr/>
        <p:nvPr/>
      </p:nvGrpSpPr>
      <p:grpSpPr>
        <a:xfrm>
          <a:off x="0" y="0"/>
          <a:ext cx="0" cy="0"/>
          <a:chOff x="0" y="0"/>
          <a:chExt cx="0" cy="0"/>
        </a:xfrm>
      </p:grpSpPr>
      <p:sp>
        <p:nvSpPr>
          <p:cNvPr id="459" name="Google Shape;459;g3951a309050_0_15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460" name="Google Shape;460;g3951a309050_0_151: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61" name="Google Shape;461;g3951a309050_0_151: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IN"/>
              <a:t>‹#›</a:t>
            </a:fld>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4" name="Shape 464"/>
        <p:cNvGrpSpPr/>
        <p:nvPr/>
      </p:nvGrpSpPr>
      <p:grpSpPr>
        <a:xfrm>
          <a:off x="0" y="0"/>
          <a:ext cx="0" cy="0"/>
          <a:chOff x="0" y="0"/>
          <a:chExt cx="0" cy="0"/>
        </a:xfrm>
      </p:grpSpPr>
      <p:sp>
        <p:nvSpPr>
          <p:cNvPr id="465" name="Google Shape;465;g3951a309050_0_1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466" name="Google Shape;466;g3951a309050_0_112: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67" name="Google Shape;467;g3951a309050_0_112: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IN"/>
              <a:t>‹#›</a:t>
            </a:fld>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0" name="Shape 470"/>
        <p:cNvGrpSpPr/>
        <p:nvPr/>
      </p:nvGrpSpPr>
      <p:grpSpPr>
        <a:xfrm>
          <a:off x="0" y="0"/>
          <a:ext cx="0" cy="0"/>
          <a:chOff x="0" y="0"/>
          <a:chExt cx="0" cy="0"/>
        </a:xfrm>
      </p:grpSpPr>
      <p:sp>
        <p:nvSpPr>
          <p:cNvPr id="471" name="Google Shape;471;g394a4e65e7b_2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472" name="Google Shape;472;g394a4e65e7b_2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73" name="Google Shape;473;g394a4e65e7b_2_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IN"/>
              <a:t>‹#›</a:t>
            </a:fld>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6" name="Shape 476"/>
        <p:cNvGrpSpPr/>
        <p:nvPr/>
      </p:nvGrpSpPr>
      <p:grpSpPr>
        <a:xfrm>
          <a:off x="0" y="0"/>
          <a:ext cx="0" cy="0"/>
          <a:chOff x="0" y="0"/>
          <a:chExt cx="0" cy="0"/>
        </a:xfrm>
      </p:grpSpPr>
      <p:sp>
        <p:nvSpPr>
          <p:cNvPr id="477" name="Google Shape;477;g39514df9559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478" name="Google Shape;478;g39514df9559_0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79" name="Google Shape;479;g39514df9559_0_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IN"/>
              <a:t>‹#›</a:t>
            </a:fld>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3" name="Shape 483"/>
        <p:cNvGrpSpPr/>
        <p:nvPr/>
      </p:nvGrpSpPr>
      <p:grpSpPr>
        <a:xfrm>
          <a:off x="0" y="0"/>
          <a:ext cx="0" cy="0"/>
          <a:chOff x="0" y="0"/>
          <a:chExt cx="0" cy="0"/>
        </a:xfrm>
      </p:grpSpPr>
      <p:sp>
        <p:nvSpPr>
          <p:cNvPr id="484" name="Google Shape;484;g39514df9559_0_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485" name="Google Shape;485;g39514df9559_0_9: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86" name="Google Shape;486;g39514df9559_0_9: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IN"/>
              <a:t>‹#›</a:t>
            </a:fld>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0" name="Shape 490"/>
        <p:cNvGrpSpPr/>
        <p:nvPr/>
      </p:nvGrpSpPr>
      <p:grpSpPr>
        <a:xfrm>
          <a:off x="0" y="0"/>
          <a:ext cx="0" cy="0"/>
          <a:chOff x="0" y="0"/>
          <a:chExt cx="0" cy="0"/>
        </a:xfrm>
      </p:grpSpPr>
      <p:sp>
        <p:nvSpPr>
          <p:cNvPr id="491" name="Google Shape;491;g39514df9559_0_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492" name="Google Shape;492;g39514df9559_0_21: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93" name="Google Shape;493;g39514df9559_0_21: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IN"/>
              <a:t>‹#›</a:t>
            </a:fld>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7" name="Shape 497"/>
        <p:cNvGrpSpPr/>
        <p:nvPr/>
      </p:nvGrpSpPr>
      <p:grpSpPr>
        <a:xfrm>
          <a:off x="0" y="0"/>
          <a:ext cx="0" cy="0"/>
          <a:chOff x="0" y="0"/>
          <a:chExt cx="0" cy="0"/>
        </a:xfrm>
      </p:grpSpPr>
      <p:sp>
        <p:nvSpPr>
          <p:cNvPr id="498" name="Google Shape;498;g39514df9559_0_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499" name="Google Shape;499;g39514df9559_0_29: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00" name="Google Shape;500;g39514df9559_0_29: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IN"/>
              <a:t>‹#›</a:t>
            </a:fld>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5" name="Shape 505"/>
        <p:cNvGrpSpPr/>
        <p:nvPr/>
      </p:nvGrpSpPr>
      <p:grpSpPr>
        <a:xfrm>
          <a:off x="0" y="0"/>
          <a:ext cx="0" cy="0"/>
          <a:chOff x="0" y="0"/>
          <a:chExt cx="0" cy="0"/>
        </a:xfrm>
      </p:grpSpPr>
      <p:sp>
        <p:nvSpPr>
          <p:cNvPr id="506" name="Google Shape;506;g39514df9559_0_3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507" name="Google Shape;507;g39514df9559_0_39: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08" name="Google Shape;508;g39514df9559_0_39: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IN"/>
              <a:t>‹#›</a:t>
            </a:fld>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2" name="Shape 512"/>
        <p:cNvGrpSpPr/>
        <p:nvPr/>
      </p:nvGrpSpPr>
      <p:grpSpPr>
        <a:xfrm>
          <a:off x="0" y="0"/>
          <a:ext cx="0" cy="0"/>
          <a:chOff x="0" y="0"/>
          <a:chExt cx="0" cy="0"/>
        </a:xfrm>
      </p:grpSpPr>
      <p:sp>
        <p:nvSpPr>
          <p:cNvPr id="513" name="Google Shape;513;g39514df9559_0_4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514" name="Google Shape;514;g39514df9559_0_47: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15" name="Google Shape;515;g39514df9559_0_47: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IN"/>
              <a:t>‹#›</a:t>
            </a:fld>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0" name="Shape 520"/>
        <p:cNvGrpSpPr/>
        <p:nvPr/>
      </p:nvGrpSpPr>
      <p:grpSpPr>
        <a:xfrm>
          <a:off x="0" y="0"/>
          <a:ext cx="0" cy="0"/>
          <a:chOff x="0" y="0"/>
          <a:chExt cx="0" cy="0"/>
        </a:xfrm>
      </p:grpSpPr>
      <p:sp>
        <p:nvSpPr>
          <p:cNvPr id="521" name="Google Shape;521;g39514df9559_0_5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522" name="Google Shape;522;g39514df9559_0_56: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23" name="Google Shape;523;g39514df9559_0_56: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IN"/>
              <a:t>‹#›</a:t>
            </a:fld>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7" name="Shape 527"/>
        <p:cNvGrpSpPr/>
        <p:nvPr/>
      </p:nvGrpSpPr>
      <p:grpSpPr>
        <a:xfrm>
          <a:off x="0" y="0"/>
          <a:ext cx="0" cy="0"/>
          <a:chOff x="0" y="0"/>
          <a:chExt cx="0" cy="0"/>
        </a:xfrm>
      </p:grpSpPr>
      <p:sp>
        <p:nvSpPr>
          <p:cNvPr id="528" name="Google Shape;528;g39514df9559_0_15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529" name="Google Shape;529;g39514df9559_0_158: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30" name="Google Shape;530;g39514df9559_0_158: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IN"/>
              <a:t>‹#›</a:t>
            </a:fld>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4" name="Shape 534"/>
        <p:cNvGrpSpPr/>
        <p:nvPr/>
      </p:nvGrpSpPr>
      <p:grpSpPr>
        <a:xfrm>
          <a:off x="0" y="0"/>
          <a:ext cx="0" cy="0"/>
          <a:chOff x="0" y="0"/>
          <a:chExt cx="0" cy="0"/>
        </a:xfrm>
      </p:grpSpPr>
      <p:sp>
        <p:nvSpPr>
          <p:cNvPr id="535" name="Google Shape;535;g39514df9559_0_16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536" name="Google Shape;536;g39514df9559_0_168: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37" name="Google Shape;537;g39514df9559_0_168: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IN"/>
              <a:t>‹#›</a:t>
            </a:fld>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3" name="Shape 543"/>
        <p:cNvGrpSpPr/>
        <p:nvPr/>
      </p:nvGrpSpPr>
      <p:grpSpPr>
        <a:xfrm>
          <a:off x="0" y="0"/>
          <a:ext cx="0" cy="0"/>
          <a:chOff x="0" y="0"/>
          <a:chExt cx="0" cy="0"/>
        </a:xfrm>
      </p:grpSpPr>
      <p:sp>
        <p:nvSpPr>
          <p:cNvPr id="544" name="Google Shape;544;g39514df9559_0_16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545" name="Google Shape;545;g39514df9559_0_164: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46" name="Google Shape;546;g39514df9559_0_164: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IN"/>
              <a:t>‹#›</a:t>
            </a:fld>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9" name="Shape 549"/>
        <p:cNvGrpSpPr/>
        <p:nvPr/>
      </p:nvGrpSpPr>
      <p:grpSpPr>
        <a:xfrm>
          <a:off x="0" y="0"/>
          <a:ext cx="0" cy="0"/>
          <a:chOff x="0" y="0"/>
          <a:chExt cx="0" cy="0"/>
        </a:xfrm>
      </p:grpSpPr>
      <p:sp>
        <p:nvSpPr>
          <p:cNvPr id="550" name="Google Shape;550;g39514df9559_0_18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551" name="Google Shape;551;g39514df9559_0_185: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52" name="Google Shape;552;g39514df9559_0_185: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IN"/>
              <a:t>‹#›</a:t>
            </a:fld>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7" name="Shape 557"/>
        <p:cNvGrpSpPr/>
        <p:nvPr/>
      </p:nvGrpSpPr>
      <p:grpSpPr>
        <a:xfrm>
          <a:off x="0" y="0"/>
          <a:ext cx="0" cy="0"/>
          <a:chOff x="0" y="0"/>
          <a:chExt cx="0" cy="0"/>
        </a:xfrm>
      </p:grpSpPr>
      <p:sp>
        <p:nvSpPr>
          <p:cNvPr id="558" name="Google Shape;558;g39514df9559_0_7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559" name="Google Shape;559;g39514df9559_0_71: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60" name="Google Shape;560;g39514df9559_0_71: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IN"/>
              <a:t>‹#›</a:t>
            </a:fld>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3" name="Shape 563"/>
        <p:cNvGrpSpPr/>
        <p:nvPr/>
      </p:nvGrpSpPr>
      <p:grpSpPr>
        <a:xfrm>
          <a:off x="0" y="0"/>
          <a:ext cx="0" cy="0"/>
          <a:chOff x="0" y="0"/>
          <a:chExt cx="0" cy="0"/>
        </a:xfrm>
      </p:grpSpPr>
      <p:sp>
        <p:nvSpPr>
          <p:cNvPr id="564" name="Google Shape;564;g39514df9559_0_7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565" name="Google Shape;565;g39514df9559_0_75: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66" name="Google Shape;566;g39514df9559_0_75: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IN"/>
              <a:t>‹#›</a:t>
            </a:fld>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9" name="Shape 569"/>
        <p:cNvGrpSpPr/>
        <p:nvPr/>
      </p:nvGrpSpPr>
      <p:grpSpPr>
        <a:xfrm>
          <a:off x="0" y="0"/>
          <a:ext cx="0" cy="0"/>
          <a:chOff x="0" y="0"/>
          <a:chExt cx="0" cy="0"/>
        </a:xfrm>
      </p:grpSpPr>
      <p:sp>
        <p:nvSpPr>
          <p:cNvPr id="570" name="Google Shape;570;g39514df9559_0_6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571" name="Google Shape;571;g39514df9559_0_67: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72" name="Google Shape;572;g39514df9559_0_67: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IN"/>
              <a:t>‹#›</a:t>
            </a:fld>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5" name="Shape 575"/>
        <p:cNvGrpSpPr/>
        <p:nvPr/>
      </p:nvGrpSpPr>
      <p:grpSpPr>
        <a:xfrm>
          <a:off x="0" y="0"/>
          <a:ext cx="0" cy="0"/>
          <a:chOff x="0" y="0"/>
          <a:chExt cx="0" cy="0"/>
        </a:xfrm>
      </p:grpSpPr>
      <p:sp>
        <p:nvSpPr>
          <p:cNvPr id="576" name="Google Shape;576;g3951a309050_0_15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577" name="Google Shape;577;g3951a309050_0_156: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78" name="Google Shape;578;g3951a309050_0_156: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IN"/>
              <a:t>‹#›</a:t>
            </a:fld>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1" name="Shape 581"/>
        <p:cNvGrpSpPr/>
        <p:nvPr/>
      </p:nvGrpSpPr>
      <p:grpSpPr>
        <a:xfrm>
          <a:off x="0" y="0"/>
          <a:ext cx="0" cy="0"/>
          <a:chOff x="0" y="0"/>
          <a:chExt cx="0" cy="0"/>
        </a:xfrm>
      </p:grpSpPr>
      <p:sp>
        <p:nvSpPr>
          <p:cNvPr id="582" name="Google Shape;582;g39c5a9a39d7_0_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583" name="Google Shape;583;g39c5a9a39d7_0_2: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84" name="Google Shape;584;g39c5a9a39d7_0_2: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IN"/>
              <a:t>‹#›</a:t>
            </a:fld>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7" name="Shape 587"/>
        <p:cNvGrpSpPr/>
        <p:nvPr/>
      </p:nvGrpSpPr>
      <p:grpSpPr>
        <a:xfrm>
          <a:off x="0" y="0"/>
          <a:ext cx="0" cy="0"/>
          <a:chOff x="0" y="0"/>
          <a:chExt cx="0" cy="0"/>
        </a:xfrm>
      </p:grpSpPr>
      <p:sp>
        <p:nvSpPr>
          <p:cNvPr id="588" name="Google Shape;588;g39c5a9a39d7_0_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589" name="Google Shape;589;g39c5a9a39d7_0_9: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90" name="Google Shape;590;g39c5a9a39d7_0_9: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IN"/>
              <a:t>‹#›</a:t>
            </a:fld>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5" name="Shape 595"/>
        <p:cNvGrpSpPr/>
        <p:nvPr/>
      </p:nvGrpSpPr>
      <p:grpSpPr>
        <a:xfrm>
          <a:off x="0" y="0"/>
          <a:ext cx="0" cy="0"/>
          <a:chOff x="0" y="0"/>
          <a:chExt cx="0" cy="0"/>
        </a:xfrm>
      </p:grpSpPr>
      <p:sp>
        <p:nvSpPr>
          <p:cNvPr id="596" name="Google Shape;596;g39c5a9a39d7_0_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597" name="Google Shape;597;g39c5a9a39d7_0_24: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98" name="Google Shape;598;g39c5a9a39d7_0_24: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IN"/>
              <a:t>‹#›</a:t>
            </a:fld>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2" name="Shape 602"/>
        <p:cNvGrpSpPr/>
        <p:nvPr/>
      </p:nvGrpSpPr>
      <p:grpSpPr>
        <a:xfrm>
          <a:off x="0" y="0"/>
          <a:ext cx="0" cy="0"/>
          <a:chOff x="0" y="0"/>
          <a:chExt cx="0" cy="0"/>
        </a:xfrm>
      </p:grpSpPr>
      <p:sp>
        <p:nvSpPr>
          <p:cNvPr id="603" name="Google Shape;603;g39c5a9a39d7_0_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604" name="Google Shape;604;g39c5a9a39d7_0_18: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05" name="Google Shape;605;g39c5a9a39d7_0_18: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IN"/>
              <a:t>‹#›</a:t>
            </a:fld>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9" name="Shape 609"/>
        <p:cNvGrpSpPr/>
        <p:nvPr/>
      </p:nvGrpSpPr>
      <p:grpSpPr>
        <a:xfrm>
          <a:off x="0" y="0"/>
          <a:ext cx="0" cy="0"/>
          <a:chOff x="0" y="0"/>
          <a:chExt cx="0" cy="0"/>
        </a:xfrm>
      </p:grpSpPr>
      <p:sp>
        <p:nvSpPr>
          <p:cNvPr id="610" name="Google Shape;610;g39c5a9a39d7_0_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611" name="Google Shape;611;g39c5a9a39d7_0_31: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12" name="Google Shape;612;g39c5a9a39d7_0_31: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IN"/>
              <a:t>‹#›</a:t>
            </a:fld>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7" name="Shape 617"/>
        <p:cNvGrpSpPr/>
        <p:nvPr/>
      </p:nvGrpSpPr>
      <p:grpSpPr>
        <a:xfrm>
          <a:off x="0" y="0"/>
          <a:ext cx="0" cy="0"/>
          <a:chOff x="0" y="0"/>
          <a:chExt cx="0" cy="0"/>
        </a:xfrm>
      </p:grpSpPr>
      <p:sp>
        <p:nvSpPr>
          <p:cNvPr id="618" name="Google Shape;618;g39c5a9a39d7_0_3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619" name="Google Shape;619;g39c5a9a39d7_0_38: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20" name="Google Shape;620;g39c5a9a39d7_0_38: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IN"/>
              <a:t>‹#›</a:t>
            </a:fld>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5" name="Shape 625"/>
        <p:cNvGrpSpPr/>
        <p:nvPr/>
      </p:nvGrpSpPr>
      <p:grpSpPr>
        <a:xfrm>
          <a:off x="0" y="0"/>
          <a:ext cx="0" cy="0"/>
          <a:chOff x="0" y="0"/>
          <a:chExt cx="0" cy="0"/>
        </a:xfrm>
      </p:grpSpPr>
      <p:sp>
        <p:nvSpPr>
          <p:cNvPr id="626" name="Google Shape;626;g39c5a9a39d7_0_4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627" name="Google Shape;627;g39c5a9a39d7_0_46: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28" name="Google Shape;628;g39c5a9a39d7_0_46: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IN"/>
              <a:t>‹#›</a:t>
            </a:fld>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4" name="Shape 634"/>
        <p:cNvGrpSpPr/>
        <p:nvPr/>
      </p:nvGrpSpPr>
      <p:grpSpPr>
        <a:xfrm>
          <a:off x="0" y="0"/>
          <a:ext cx="0" cy="0"/>
          <a:chOff x="0" y="0"/>
          <a:chExt cx="0" cy="0"/>
        </a:xfrm>
      </p:grpSpPr>
      <p:sp>
        <p:nvSpPr>
          <p:cNvPr id="635" name="Google Shape;635;g39c5a9a39d7_0_5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636" name="Google Shape;636;g39c5a9a39d7_0_54: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37" name="Google Shape;637;g39c5a9a39d7_0_54: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IN"/>
              <a:t>‹#›</a:t>
            </a:fld>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1" name="Shape 641"/>
        <p:cNvGrpSpPr/>
        <p:nvPr/>
      </p:nvGrpSpPr>
      <p:grpSpPr>
        <a:xfrm>
          <a:off x="0" y="0"/>
          <a:ext cx="0" cy="0"/>
          <a:chOff x="0" y="0"/>
          <a:chExt cx="0" cy="0"/>
        </a:xfrm>
      </p:grpSpPr>
      <p:sp>
        <p:nvSpPr>
          <p:cNvPr id="642" name="Google Shape;642;g39484645258_0_23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643" name="Google Shape;643;g39484645258_0_236: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44" name="Google Shape;644;g39484645258_0_236: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IN"/>
              <a:t>‹#›</a:t>
            </a:fld>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7" name="Shape 647"/>
        <p:cNvGrpSpPr/>
        <p:nvPr/>
      </p:nvGrpSpPr>
      <p:grpSpPr>
        <a:xfrm>
          <a:off x="0" y="0"/>
          <a:ext cx="0" cy="0"/>
          <a:chOff x="0" y="0"/>
          <a:chExt cx="0" cy="0"/>
        </a:xfrm>
      </p:grpSpPr>
      <p:sp>
        <p:nvSpPr>
          <p:cNvPr id="648" name="Google Shape;648;h7fed2e4ee422cb1e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9" name="Google Shape;649;h7fed2e4ee422cb1e_0_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2" name="Shape 652"/>
        <p:cNvGrpSpPr/>
        <p:nvPr/>
      </p:nvGrpSpPr>
      <p:grpSpPr>
        <a:xfrm>
          <a:off x="0" y="0"/>
          <a:ext cx="0" cy="0"/>
          <a:chOff x="0" y="0"/>
          <a:chExt cx="0" cy="0"/>
        </a:xfrm>
      </p:grpSpPr>
      <p:sp>
        <p:nvSpPr>
          <p:cNvPr id="653" name="Google Shape;653;h7fed2e4ee422cb1e_0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4" name="Google Shape;654;h7fed2e4ee422cb1e_0_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7" name="Shape 657"/>
        <p:cNvGrpSpPr/>
        <p:nvPr/>
      </p:nvGrpSpPr>
      <p:grpSpPr>
        <a:xfrm>
          <a:off x="0" y="0"/>
          <a:ext cx="0" cy="0"/>
          <a:chOff x="0" y="0"/>
          <a:chExt cx="0" cy="0"/>
        </a:xfrm>
      </p:grpSpPr>
      <p:sp>
        <p:nvSpPr>
          <p:cNvPr id="658" name="Google Shape;658;h7fed2e4ee422cb1e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9" name="Google Shape;659;h7fed2e4ee422cb1e_0_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2" name="Shape 662"/>
        <p:cNvGrpSpPr/>
        <p:nvPr/>
      </p:nvGrpSpPr>
      <p:grpSpPr>
        <a:xfrm>
          <a:off x="0" y="0"/>
          <a:ext cx="0" cy="0"/>
          <a:chOff x="0" y="0"/>
          <a:chExt cx="0" cy="0"/>
        </a:xfrm>
      </p:grpSpPr>
      <p:sp>
        <p:nvSpPr>
          <p:cNvPr id="663" name="Google Shape;663;h7fed2e4ee422cb1e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4" name="Google Shape;664;h7fed2e4ee422cb1e_0_1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7" name="Shape 667"/>
        <p:cNvGrpSpPr/>
        <p:nvPr/>
      </p:nvGrpSpPr>
      <p:grpSpPr>
        <a:xfrm>
          <a:off x="0" y="0"/>
          <a:ext cx="0" cy="0"/>
          <a:chOff x="0" y="0"/>
          <a:chExt cx="0" cy="0"/>
        </a:xfrm>
      </p:grpSpPr>
      <p:sp>
        <p:nvSpPr>
          <p:cNvPr id="668" name="Google Shape;668;h7fed2e4ee422cb1e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9" name="Google Shape;669;h7fed2e4ee422cb1e_0_1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2" name="Shape 672"/>
        <p:cNvGrpSpPr/>
        <p:nvPr/>
      </p:nvGrpSpPr>
      <p:grpSpPr>
        <a:xfrm>
          <a:off x="0" y="0"/>
          <a:ext cx="0" cy="0"/>
          <a:chOff x="0" y="0"/>
          <a:chExt cx="0" cy="0"/>
        </a:xfrm>
      </p:grpSpPr>
      <p:sp>
        <p:nvSpPr>
          <p:cNvPr id="673" name="Google Shape;673;h7fed2e4ee422cb1e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4" name="Google Shape;674;h7fed2e4ee422cb1e_0_2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type="title">
  <p:cSld name="TITLE">
    <p:spTree>
      <p:nvGrpSpPr>
        <p:cNvPr id="17" name="Shape 17"/>
        <p:cNvGrpSpPr/>
        <p:nvPr/>
      </p:nvGrpSpPr>
      <p:grpSpPr>
        <a:xfrm>
          <a:off x="0" y="0"/>
          <a:ext cx="0" cy="0"/>
          <a:chOff x="0" y="0"/>
          <a:chExt cx="0" cy="0"/>
        </a:xfrm>
      </p:grpSpPr>
      <p:sp>
        <p:nvSpPr>
          <p:cNvPr id="18" name="Google Shape;18;p31"/>
          <p:cNvSpPr/>
          <p:nvPr/>
        </p:nvSpPr>
        <p:spPr>
          <a:xfrm>
            <a:off x="7573754" y="0"/>
            <a:ext cx="4618246" cy="6858000"/>
          </a:xfrm>
          <a:prstGeom prst="rect">
            <a:avLst/>
          </a:prstGeom>
          <a:solidFill>
            <a:schemeClr val="lt1">
              <a:alpha val="74510"/>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Meiryo"/>
              <a:ea typeface="Meiryo"/>
              <a:cs typeface="Meiryo"/>
              <a:sym typeface="Meiryo"/>
            </a:endParaRPr>
          </a:p>
        </p:txBody>
      </p:sp>
      <p:sp>
        <p:nvSpPr>
          <p:cNvPr id="19" name="Google Shape;19;p31"/>
          <p:cNvSpPr/>
          <p:nvPr/>
        </p:nvSpPr>
        <p:spPr>
          <a:xfrm>
            <a:off x="4456113" y="31750"/>
            <a:ext cx="0" cy="1588"/>
          </a:xfrm>
          <a:custGeom>
            <a:rect b="b" l="l" r="r" t="t"/>
            <a:pathLst>
              <a:path extrusionOk="0" h="2" w="2">
                <a:moveTo>
                  <a:pt x="0" y="0"/>
                </a:moveTo>
                <a:lnTo>
                  <a:pt x="0" y="0"/>
                </a:lnTo>
                <a:lnTo>
                  <a:pt x="0" y="2"/>
                </a:lnTo>
                <a:lnTo>
                  <a:pt x="0" y="0"/>
                </a:lnTo>
                <a:close/>
              </a:path>
            </a:pathLst>
          </a:custGeom>
          <a:solidFill>
            <a:srgbClr val="30466D"/>
          </a:solidFill>
          <a:ln cap="flat" cmpd="sng" w="9525">
            <a:solidFill>
              <a:srgbClr val="30466D"/>
            </a:solidFill>
            <a:prstDash val="solid"/>
            <a:round/>
            <a:headEnd len="sm" w="sm" type="none"/>
            <a:tailEnd len="sm" w="sm" type="none"/>
          </a:ln>
        </p:spPr>
      </p:sp>
      <p:sp>
        <p:nvSpPr>
          <p:cNvPr id="20" name="Google Shape;20;p31"/>
          <p:cNvSpPr txBox="1"/>
          <p:nvPr>
            <p:ph type="ctrTitle"/>
          </p:nvPr>
        </p:nvSpPr>
        <p:spPr>
          <a:xfrm>
            <a:off x="855388" y="863068"/>
            <a:ext cx="6007691" cy="4985916"/>
          </a:xfrm>
          <a:prstGeom prst="rect">
            <a:avLst/>
          </a:prstGeom>
          <a:noFill/>
          <a:ln>
            <a:noFill/>
          </a:ln>
        </p:spPr>
        <p:txBody>
          <a:bodyPr anchorCtr="0" anchor="ctr" bIns="91425" lIns="109725" spcFirstLastPara="1" rIns="109725" wrap="square" tIns="109725">
            <a:noAutofit/>
          </a:bodyPr>
          <a:lstStyle>
            <a:lvl1pPr lvl="0" algn="l">
              <a:lnSpc>
                <a:spcPct val="125000"/>
              </a:lnSpc>
              <a:spcBef>
                <a:spcPts val="0"/>
              </a:spcBef>
              <a:spcAft>
                <a:spcPts val="0"/>
              </a:spcAft>
              <a:buClr>
                <a:srgbClr val="3F3F3F"/>
              </a:buClr>
              <a:buSzPts val="6000"/>
              <a:buFont typeface="Meiryo"/>
              <a:buNone/>
              <a:defRPr b="0" sz="6000" cap="none">
                <a:solidFill>
                  <a:srgbClr val="3F3F3F"/>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 name="Google Shape;21;p31"/>
          <p:cNvSpPr txBox="1"/>
          <p:nvPr>
            <p:ph idx="1" type="subTitle"/>
          </p:nvPr>
        </p:nvSpPr>
        <p:spPr>
          <a:xfrm>
            <a:off x="8197352" y="863068"/>
            <a:ext cx="3351729" cy="5120069"/>
          </a:xfrm>
          <a:prstGeom prst="rect">
            <a:avLst/>
          </a:prstGeom>
          <a:noFill/>
          <a:ln>
            <a:noFill/>
          </a:ln>
        </p:spPr>
        <p:txBody>
          <a:bodyPr anchorCtr="0" anchor="ctr" bIns="91425" lIns="109725" spcFirstLastPara="1" rIns="109725" wrap="square" tIns="109725">
            <a:normAutofit/>
          </a:bodyPr>
          <a:lstStyle>
            <a:lvl1pPr lvl="0" algn="l">
              <a:lnSpc>
                <a:spcPct val="150000"/>
              </a:lnSpc>
              <a:spcBef>
                <a:spcPts val="930"/>
              </a:spcBef>
              <a:spcAft>
                <a:spcPts val="0"/>
              </a:spcAft>
              <a:buClr>
                <a:srgbClr val="262626"/>
              </a:buClr>
              <a:buSzPts val="2400"/>
              <a:buNone/>
              <a:defRPr b="0" sz="2400" cap="none">
                <a:solidFill>
                  <a:srgbClr val="262626"/>
                </a:solidFill>
              </a:defRPr>
            </a:lvl1pPr>
            <a:lvl2pPr lvl="1" algn="ctr">
              <a:lnSpc>
                <a:spcPct val="140000"/>
              </a:lnSpc>
              <a:spcBef>
                <a:spcPts val="930"/>
              </a:spcBef>
              <a:spcAft>
                <a:spcPts val="0"/>
              </a:spcAft>
              <a:buClr>
                <a:srgbClr val="3F3F3F"/>
              </a:buClr>
              <a:buSzPts val="2000"/>
              <a:buNone/>
              <a:defRPr sz="2000"/>
            </a:lvl2pPr>
            <a:lvl3pPr lvl="2" algn="ctr">
              <a:lnSpc>
                <a:spcPct val="140000"/>
              </a:lnSpc>
              <a:spcBef>
                <a:spcPts val="930"/>
              </a:spcBef>
              <a:spcAft>
                <a:spcPts val="0"/>
              </a:spcAft>
              <a:buClr>
                <a:srgbClr val="3F3F3F"/>
              </a:buClr>
              <a:buSzPts val="1800"/>
              <a:buNone/>
              <a:defRPr sz="1800"/>
            </a:lvl3pPr>
            <a:lvl4pPr lvl="3" algn="ctr">
              <a:lnSpc>
                <a:spcPct val="140000"/>
              </a:lnSpc>
              <a:spcBef>
                <a:spcPts val="930"/>
              </a:spcBef>
              <a:spcAft>
                <a:spcPts val="0"/>
              </a:spcAft>
              <a:buClr>
                <a:srgbClr val="3F3F3F"/>
              </a:buClr>
              <a:buSzPts val="1600"/>
              <a:buNone/>
              <a:defRPr sz="1600"/>
            </a:lvl4pPr>
            <a:lvl5pPr lvl="4" algn="ctr">
              <a:lnSpc>
                <a:spcPct val="140000"/>
              </a:lnSpc>
              <a:spcBef>
                <a:spcPts val="930"/>
              </a:spcBef>
              <a:spcAft>
                <a:spcPts val="0"/>
              </a:spcAft>
              <a:buClr>
                <a:srgbClr val="3F3F3F"/>
              </a:buClr>
              <a:buSzPts val="1600"/>
              <a:buNone/>
              <a:defRPr sz="1600"/>
            </a:lvl5pPr>
            <a:lvl6pPr lvl="5" algn="ctr">
              <a:lnSpc>
                <a:spcPct val="111000"/>
              </a:lnSpc>
              <a:spcBef>
                <a:spcPts val="930"/>
              </a:spcBef>
              <a:spcAft>
                <a:spcPts val="0"/>
              </a:spcAft>
              <a:buClr>
                <a:srgbClr val="657C95"/>
              </a:buClr>
              <a:buSzPts val="1600"/>
              <a:buNone/>
              <a:defRPr sz="1600"/>
            </a:lvl6pPr>
            <a:lvl7pPr lvl="6" algn="ctr">
              <a:lnSpc>
                <a:spcPct val="111000"/>
              </a:lnSpc>
              <a:spcBef>
                <a:spcPts val="930"/>
              </a:spcBef>
              <a:spcAft>
                <a:spcPts val="0"/>
              </a:spcAft>
              <a:buClr>
                <a:srgbClr val="657C95"/>
              </a:buClr>
              <a:buSzPts val="1600"/>
              <a:buNone/>
              <a:defRPr sz="1600"/>
            </a:lvl7pPr>
            <a:lvl8pPr lvl="7" algn="ctr">
              <a:lnSpc>
                <a:spcPct val="111000"/>
              </a:lnSpc>
              <a:spcBef>
                <a:spcPts val="930"/>
              </a:spcBef>
              <a:spcAft>
                <a:spcPts val="0"/>
              </a:spcAft>
              <a:buClr>
                <a:srgbClr val="657C95"/>
              </a:buClr>
              <a:buSzPts val="1600"/>
              <a:buNone/>
              <a:defRPr sz="1600"/>
            </a:lvl8pPr>
            <a:lvl9pPr lvl="8" algn="ctr">
              <a:lnSpc>
                <a:spcPct val="111000"/>
              </a:lnSpc>
              <a:spcBef>
                <a:spcPts val="930"/>
              </a:spcBef>
              <a:spcAft>
                <a:spcPts val="0"/>
              </a:spcAft>
              <a:buClr>
                <a:srgbClr val="657C95"/>
              </a:buClr>
              <a:buSzPts val="1600"/>
              <a:buNone/>
              <a:defRPr sz="1600"/>
            </a:lvl9pPr>
          </a:lstStyle>
          <a:p/>
        </p:txBody>
      </p:sp>
      <p:sp>
        <p:nvSpPr>
          <p:cNvPr id="22" name="Google Shape;22;p31"/>
          <p:cNvSpPr/>
          <p:nvPr/>
        </p:nvSpPr>
        <p:spPr>
          <a:xfrm rot="5400000">
            <a:off x="4101215" y="3396997"/>
            <a:ext cx="6858002" cy="64008"/>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Meiryo"/>
              <a:ea typeface="Meiryo"/>
              <a:cs typeface="Meiryo"/>
              <a:sym typeface="Meiryo"/>
            </a:endParaRPr>
          </a:p>
        </p:txBody>
      </p:sp>
      <p:sp>
        <p:nvSpPr>
          <p:cNvPr id="23" name="Google Shape;23;p31"/>
          <p:cNvSpPr txBox="1"/>
          <p:nvPr>
            <p:ph idx="10" type="dt"/>
          </p:nvPr>
        </p:nvSpPr>
        <p:spPr>
          <a:xfrm>
            <a:off x="8197353" y="6309360"/>
            <a:ext cx="2151134" cy="457200"/>
          </a:xfrm>
          <a:prstGeom prst="rect">
            <a:avLst/>
          </a:prstGeom>
          <a:noFill/>
          <a:ln>
            <a:noFill/>
          </a:ln>
        </p:spPr>
        <p:txBody>
          <a:bodyPr anchorCtr="0" anchor="ctr" bIns="91425" lIns="109725" spcFirstLastPara="1" rIns="109725" wrap="square" tIns="109725">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 name="Google Shape;24;p31"/>
          <p:cNvSpPr txBox="1"/>
          <p:nvPr>
            <p:ph idx="11" type="ftr"/>
          </p:nvPr>
        </p:nvSpPr>
        <p:spPr>
          <a:xfrm>
            <a:off x="855388" y="6309360"/>
            <a:ext cx="6007691" cy="457200"/>
          </a:xfrm>
          <a:prstGeom prst="rect">
            <a:avLst/>
          </a:prstGeom>
          <a:noFill/>
          <a:ln>
            <a:noFill/>
          </a:ln>
        </p:spPr>
        <p:txBody>
          <a:bodyPr anchorCtr="0" anchor="ctr" bIns="91425" lIns="109725" spcFirstLastPara="1" rIns="109725" wrap="square" tIns="109725">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31"/>
          <p:cNvSpPr txBox="1"/>
          <p:nvPr>
            <p:ph idx="12" type="sldNum"/>
          </p:nvPr>
        </p:nvSpPr>
        <p:spPr>
          <a:xfrm>
            <a:off x="10569202" y="6309360"/>
            <a:ext cx="979879" cy="457200"/>
          </a:xfrm>
          <a:prstGeom prst="rect">
            <a:avLst/>
          </a:prstGeom>
          <a:noFill/>
          <a:ln>
            <a:noFill/>
          </a:ln>
        </p:spPr>
        <p:txBody>
          <a:bodyPr anchorCtr="0" anchor="b" bIns="91425" lIns="109725" spcFirstLastPara="1" rIns="109725" wrap="square" tIns="109725">
            <a:noAutofit/>
          </a:bodyPr>
          <a:lstStyle>
            <a:lvl1pPr indent="0" lvl="0" marL="0" marR="0" algn="r">
              <a:lnSpc>
                <a:spcPct val="100000"/>
              </a:lnSpc>
              <a:spcBef>
                <a:spcPts val="0"/>
              </a:spcBef>
              <a:spcAft>
                <a:spcPts val="0"/>
              </a:spcAft>
              <a:buClr>
                <a:srgbClr val="000000"/>
              </a:buClr>
              <a:buSzPts val="1600"/>
              <a:buFont typeface="Arial"/>
              <a:buNone/>
              <a:defRPr b="1" i="0" sz="1600" u="none" cap="none" strike="noStrike">
                <a:solidFill>
                  <a:srgbClr val="3F3F3F"/>
                </a:solidFill>
                <a:latin typeface="Meiryo"/>
                <a:ea typeface="Meiryo"/>
                <a:cs typeface="Meiryo"/>
                <a:sym typeface="Meiryo"/>
              </a:defRPr>
            </a:lvl1pPr>
            <a:lvl2pPr indent="0" lvl="1" marL="0" marR="0" algn="r">
              <a:lnSpc>
                <a:spcPct val="100000"/>
              </a:lnSpc>
              <a:spcBef>
                <a:spcPts val="0"/>
              </a:spcBef>
              <a:spcAft>
                <a:spcPts val="0"/>
              </a:spcAft>
              <a:buClr>
                <a:srgbClr val="000000"/>
              </a:buClr>
              <a:buSzPts val="1600"/>
              <a:buFont typeface="Arial"/>
              <a:buNone/>
              <a:defRPr b="1" i="0" sz="1600" u="none" cap="none" strike="noStrike">
                <a:solidFill>
                  <a:srgbClr val="3F3F3F"/>
                </a:solidFill>
                <a:latin typeface="Meiryo"/>
                <a:ea typeface="Meiryo"/>
                <a:cs typeface="Meiryo"/>
                <a:sym typeface="Meiryo"/>
              </a:defRPr>
            </a:lvl2pPr>
            <a:lvl3pPr indent="0" lvl="2" marL="0" marR="0" algn="r">
              <a:lnSpc>
                <a:spcPct val="100000"/>
              </a:lnSpc>
              <a:spcBef>
                <a:spcPts val="0"/>
              </a:spcBef>
              <a:spcAft>
                <a:spcPts val="0"/>
              </a:spcAft>
              <a:buClr>
                <a:srgbClr val="000000"/>
              </a:buClr>
              <a:buSzPts val="1600"/>
              <a:buFont typeface="Arial"/>
              <a:buNone/>
              <a:defRPr b="1" i="0" sz="1600" u="none" cap="none" strike="noStrike">
                <a:solidFill>
                  <a:srgbClr val="3F3F3F"/>
                </a:solidFill>
                <a:latin typeface="Meiryo"/>
                <a:ea typeface="Meiryo"/>
                <a:cs typeface="Meiryo"/>
                <a:sym typeface="Meiryo"/>
              </a:defRPr>
            </a:lvl3pPr>
            <a:lvl4pPr indent="0" lvl="3" marL="0" marR="0" algn="r">
              <a:lnSpc>
                <a:spcPct val="100000"/>
              </a:lnSpc>
              <a:spcBef>
                <a:spcPts val="0"/>
              </a:spcBef>
              <a:spcAft>
                <a:spcPts val="0"/>
              </a:spcAft>
              <a:buClr>
                <a:srgbClr val="000000"/>
              </a:buClr>
              <a:buSzPts val="1600"/>
              <a:buFont typeface="Arial"/>
              <a:buNone/>
              <a:defRPr b="1" i="0" sz="1600" u="none" cap="none" strike="noStrike">
                <a:solidFill>
                  <a:srgbClr val="3F3F3F"/>
                </a:solidFill>
                <a:latin typeface="Meiryo"/>
                <a:ea typeface="Meiryo"/>
                <a:cs typeface="Meiryo"/>
                <a:sym typeface="Meiryo"/>
              </a:defRPr>
            </a:lvl4pPr>
            <a:lvl5pPr indent="0" lvl="4" marL="0" marR="0" algn="r">
              <a:lnSpc>
                <a:spcPct val="100000"/>
              </a:lnSpc>
              <a:spcBef>
                <a:spcPts val="0"/>
              </a:spcBef>
              <a:spcAft>
                <a:spcPts val="0"/>
              </a:spcAft>
              <a:buClr>
                <a:srgbClr val="000000"/>
              </a:buClr>
              <a:buSzPts val="1600"/>
              <a:buFont typeface="Arial"/>
              <a:buNone/>
              <a:defRPr b="1" i="0" sz="1600" u="none" cap="none" strike="noStrike">
                <a:solidFill>
                  <a:srgbClr val="3F3F3F"/>
                </a:solidFill>
                <a:latin typeface="Meiryo"/>
                <a:ea typeface="Meiryo"/>
                <a:cs typeface="Meiryo"/>
                <a:sym typeface="Meiryo"/>
              </a:defRPr>
            </a:lvl5pPr>
            <a:lvl6pPr indent="0" lvl="5" marL="0" marR="0" algn="r">
              <a:lnSpc>
                <a:spcPct val="100000"/>
              </a:lnSpc>
              <a:spcBef>
                <a:spcPts val="0"/>
              </a:spcBef>
              <a:spcAft>
                <a:spcPts val="0"/>
              </a:spcAft>
              <a:buClr>
                <a:srgbClr val="000000"/>
              </a:buClr>
              <a:buSzPts val="1600"/>
              <a:buFont typeface="Arial"/>
              <a:buNone/>
              <a:defRPr b="1" i="0" sz="1600" u="none" cap="none" strike="noStrike">
                <a:solidFill>
                  <a:srgbClr val="3F3F3F"/>
                </a:solidFill>
                <a:latin typeface="Meiryo"/>
                <a:ea typeface="Meiryo"/>
                <a:cs typeface="Meiryo"/>
                <a:sym typeface="Meiryo"/>
              </a:defRPr>
            </a:lvl6pPr>
            <a:lvl7pPr indent="0" lvl="6" marL="0" marR="0" algn="r">
              <a:lnSpc>
                <a:spcPct val="100000"/>
              </a:lnSpc>
              <a:spcBef>
                <a:spcPts val="0"/>
              </a:spcBef>
              <a:spcAft>
                <a:spcPts val="0"/>
              </a:spcAft>
              <a:buClr>
                <a:srgbClr val="000000"/>
              </a:buClr>
              <a:buSzPts val="1600"/>
              <a:buFont typeface="Arial"/>
              <a:buNone/>
              <a:defRPr b="1" i="0" sz="1600" u="none" cap="none" strike="noStrike">
                <a:solidFill>
                  <a:srgbClr val="3F3F3F"/>
                </a:solidFill>
                <a:latin typeface="Meiryo"/>
                <a:ea typeface="Meiryo"/>
                <a:cs typeface="Meiryo"/>
                <a:sym typeface="Meiryo"/>
              </a:defRPr>
            </a:lvl7pPr>
            <a:lvl8pPr indent="0" lvl="7" marL="0" marR="0" algn="r">
              <a:lnSpc>
                <a:spcPct val="100000"/>
              </a:lnSpc>
              <a:spcBef>
                <a:spcPts val="0"/>
              </a:spcBef>
              <a:spcAft>
                <a:spcPts val="0"/>
              </a:spcAft>
              <a:buClr>
                <a:srgbClr val="000000"/>
              </a:buClr>
              <a:buSzPts val="1600"/>
              <a:buFont typeface="Arial"/>
              <a:buNone/>
              <a:defRPr b="1" i="0" sz="1600" u="none" cap="none" strike="noStrike">
                <a:solidFill>
                  <a:srgbClr val="3F3F3F"/>
                </a:solidFill>
                <a:latin typeface="Meiryo"/>
                <a:ea typeface="Meiryo"/>
                <a:cs typeface="Meiryo"/>
                <a:sym typeface="Meiryo"/>
              </a:defRPr>
            </a:lvl8pPr>
            <a:lvl9pPr indent="0" lvl="8" marL="0" marR="0" algn="r">
              <a:lnSpc>
                <a:spcPct val="100000"/>
              </a:lnSpc>
              <a:spcBef>
                <a:spcPts val="0"/>
              </a:spcBef>
              <a:spcAft>
                <a:spcPts val="0"/>
              </a:spcAft>
              <a:buClr>
                <a:srgbClr val="000000"/>
              </a:buClr>
              <a:buSzPts val="1600"/>
              <a:buFont typeface="Arial"/>
              <a:buNone/>
              <a:defRPr b="1" i="0" sz="1600" u="none" cap="none" strike="noStrike">
                <a:solidFill>
                  <a:srgbClr val="3F3F3F"/>
                </a:solidFill>
                <a:latin typeface="Meiryo"/>
                <a:ea typeface="Meiryo"/>
                <a:cs typeface="Meiryo"/>
                <a:sym typeface="Meiryo"/>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howMasterSp="0" type="blank">
  <p:cSld name="BLANK">
    <p:bg>
      <p:bgPr>
        <a:solidFill>
          <a:schemeClr val="lt2"/>
        </a:solidFill>
      </p:bgPr>
    </p:bg>
    <p:spTree>
      <p:nvGrpSpPr>
        <p:cNvPr id="26" name="Shape 26"/>
        <p:cNvGrpSpPr/>
        <p:nvPr/>
      </p:nvGrpSpPr>
      <p:grpSpPr>
        <a:xfrm>
          <a:off x="0" y="0"/>
          <a:ext cx="0" cy="0"/>
          <a:chOff x="0" y="0"/>
          <a:chExt cx="0" cy="0"/>
        </a:xfrm>
      </p:grpSpPr>
      <p:sp>
        <p:nvSpPr>
          <p:cNvPr id="27" name="Google Shape;27;p32"/>
          <p:cNvSpPr txBox="1"/>
          <p:nvPr>
            <p:ph idx="10" type="dt"/>
          </p:nvPr>
        </p:nvSpPr>
        <p:spPr>
          <a:xfrm>
            <a:off x="642917" y="6309360"/>
            <a:ext cx="3411973" cy="457200"/>
          </a:xfrm>
          <a:prstGeom prst="rect">
            <a:avLst/>
          </a:prstGeom>
          <a:noFill/>
          <a:ln>
            <a:noFill/>
          </a:ln>
        </p:spPr>
        <p:txBody>
          <a:bodyPr anchorCtr="0" anchor="ctr" bIns="91425" lIns="109725" spcFirstLastPara="1" rIns="109725" wrap="square" tIns="109725">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8" name="Google Shape;28;p32"/>
          <p:cNvSpPr txBox="1"/>
          <p:nvPr>
            <p:ph idx="11" type="ftr"/>
          </p:nvPr>
        </p:nvSpPr>
        <p:spPr>
          <a:xfrm>
            <a:off x="5376670" y="6309360"/>
            <a:ext cx="4946592" cy="457200"/>
          </a:xfrm>
          <a:prstGeom prst="rect">
            <a:avLst/>
          </a:prstGeom>
          <a:noFill/>
          <a:ln>
            <a:noFill/>
          </a:ln>
        </p:spPr>
        <p:txBody>
          <a:bodyPr anchorCtr="0" anchor="ctr" bIns="91425" lIns="109725" spcFirstLastPara="1" rIns="109725" wrap="square" tIns="109725">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32"/>
          <p:cNvSpPr txBox="1"/>
          <p:nvPr>
            <p:ph idx="12" type="sldNum"/>
          </p:nvPr>
        </p:nvSpPr>
        <p:spPr>
          <a:xfrm>
            <a:off x="10569202" y="6309360"/>
            <a:ext cx="979879" cy="457200"/>
          </a:xfrm>
          <a:prstGeom prst="rect">
            <a:avLst/>
          </a:prstGeom>
          <a:noFill/>
          <a:ln>
            <a:noFill/>
          </a:ln>
        </p:spPr>
        <p:txBody>
          <a:bodyPr anchorCtr="0" anchor="b" bIns="91425" lIns="109725" spcFirstLastPara="1" rIns="109725" wrap="square" tIns="109725">
            <a:noAutofit/>
          </a:bodyPr>
          <a:lstStyle>
            <a:lvl1pPr indent="0" lvl="0" marL="0" marR="0" algn="r">
              <a:lnSpc>
                <a:spcPct val="100000"/>
              </a:lnSpc>
              <a:spcBef>
                <a:spcPts val="0"/>
              </a:spcBef>
              <a:spcAft>
                <a:spcPts val="0"/>
              </a:spcAft>
              <a:buClr>
                <a:srgbClr val="000000"/>
              </a:buClr>
              <a:buSzPts val="1600"/>
              <a:buFont typeface="Arial"/>
              <a:buNone/>
              <a:defRPr b="1" i="0" sz="1600" u="none" cap="none" strike="noStrike">
                <a:solidFill>
                  <a:srgbClr val="3F3F3F"/>
                </a:solidFill>
                <a:latin typeface="Meiryo"/>
                <a:ea typeface="Meiryo"/>
                <a:cs typeface="Meiryo"/>
                <a:sym typeface="Meiryo"/>
              </a:defRPr>
            </a:lvl1pPr>
            <a:lvl2pPr indent="0" lvl="1" marL="0" marR="0" algn="r">
              <a:lnSpc>
                <a:spcPct val="100000"/>
              </a:lnSpc>
              <a:spcBef>
                <a:spcPts val="0"/>
              </a:spcBef>
              <a:spcAft>
                <a:spcPts val="0"/>
              </a:spcAft>
              <a:buClr>
                <a:srgbClr val="000000"/>
              </a:buClr>
              <a:buSzPts val="1600"/>
              <a:buFont typeface="Arial"/>
              <a:buNone/>
              <a:defRPr b="1" i="0" sz="1600" u="none" cap="none" strike="noStrike">
                <a:solidFill>
                  <a:srgbClr val="3F3F3F"/>
                </a:solidFill>
                <a:latin typeface="Meiryo"/>
                <a:ea typeface="Meiryo"/>
                <a:cs typeface="Meiryo"/>
                <a:sym typeface="Meiryo"/>
              </a:defRPr>
            </a:lvl2pPr>
            <a:lvl3pPr indent="0" lvl="2" marL="0" marR="0" algn="r">
              <a:lnSpc>
                <a:spcPct val="100000"/>
              </a:lnSpc>
              <a:spcBef>
                <a:spcPts val="0"/>
              </a:spcBef>
              <a:spcAft>
                <a:spcPts val="0"/>
              </a:spcAft>
              <a:buClr>
                <a:srgbClr val="000000"/>
              </a:buClr>
              <a:buSzPts val="1600"/>
              <a:buFont typeface="Arial"/>
              <a:buNone/>
              <a:defRPr b="1" i="0" sz="1600" u="none" cap="none" strike="noStrike">
                <a:solidFill>
                  <a:srgbClr val="3F3F3F"/>
                </a:solidFill>
                <a:latin typeface="Meiryo"/>
                <a:ea typeface="Meiryo"/>
                <a:cs typeface="Meiryo"/>
                <a:sym typeface="Meiryo"/>
              </a:defRPr>
            </a:lvl3pPr>
            <a:lvl4pPr indent="0" lvl="3" marL="0" marR="0" algn="r">
              <a:lnSpc>
                <a:spcPct val="100000"/>
              </a:lnSpc>
              <a:spcBef>
                <a:spcPts val="0"/>
              </a:spcBef>
              <a:spcAft>
                <a:spcPts val="0"/>
              </a:spcAft>
              <a:buClr>
                <a:srgbClr val="000000"/>
              </a:buClr>
              <a:buSzPts val="1600"/>
              <a:buFont typeface="Arial"/>
              <a:buNone/>
              <a:defRPr b="1" i="0" sz="1600" u="none" cap="none" strike="noStrike">
                <a:solidFill>
                  <a:srgbClr val="3F3F3F"/>
                </a:solidFill>
                <a:latin typeface="Meiryo"/>
                <a:ea typeface="Meiryo"/>
                <a:cs typeface="Meiryo"/>
                <a:sym typeface="Meiryo"/>
              </a:defRPr>
            </a:lvl4pPr>
            <a:lvl5pPr indent="0" lvl="4" marL="0" marR="0" algn="r">
              <a:lnSpc>
                <a:spcPct val="100000"/>
              </a:lnSpc>
              <a:spcBef>
                <a:spcPts val="0"/>
              </a:spcBef>
              <a:spcAft>
                <a:spcPts val="0"/>
              </a:spcAft>
              <a:buClr>
                <a:srgbClr val="000000"/>
              </a:buClr>
              <a:buSzPts val="1600"/>
              <a:buFont typeface="Arial"/>
              <a:buNone/>
              <a:defRPr b="1" i="0" sz="1600" u="none" cap="none" strike="noStrike">
                <a:solidFill>
                  <a:srgbClr val="3F3F3F"/>
                </a:solidFill>
                <a:latin typeface="Meiryo"/>
                <a:ea typeface="Meiryo"/>
                <a:cs typeface="Meiryo"/>
                <a:sym typeface="Meiryo"/>
              </a:defRPr>
            </a:lvl5pPr>
            <a:lvl6pPr indent="0" lvl="5" marL="0" marR="0" algn="r">
              <a:lnSpc>
                <a:spcPct val="100000"/>
              </a:lnSpc>
              <a:spcBef>
                <a:spcPts val="0"/>
              </a:spcBef>
              <a:spcAft>
                <a:spcPts val="0"/>
              </a:spcAft>
              <a:buClr>
                <a:srgbClr val="000000"/>
              </a:buClr>
              <a:buSzPts val="1600"/>
              <a:buFont typeface="Arial"/>
              <a:buNone/>
              <a:defRPr b="1" i="0" sz="1600" u="none" cap="none" strike="noStrike">
                <a:solidFill>
                  <a:srgbClr val="3F3F3F"/>
                </a:solidFill>
                <a:latin typeface="Meiryo"/>
                <a:ea typeface="Meiryo"/>
                <a:cs typeface="Meiryo"/>
                <a:sym typeface="Meiryo"/>
              </a:defRPr>
            </a:lvl6pPr>
            <a:lvl7pPr indent="0" lvl="6" marL="0" marR="0" algn="r">
              <a:lnSpc>
                <a:spcPct val="100000"/>
              </a:lnSpc>
              <a:spcBef>
                <a:spcPts val="0"/>
              </a:spcBef>
              <a:spcAft>
                <a:spcPts val="0"/>
              </a:spcAft>
              <a:buClr>
                <a:srgbClr val="000000"/>
              </a:buClr>
              <a:buSzPts val="1600"/>
              <a:buFont typeface="Arial"/>
              <a:buNone/>
              <a:defRPr b="1" i="0" sz="1600" u="none" cap="none" strike="noStrike">
                <a:solidFill>
                  <a:srgbClr val="3F3F3F"/>
                </a:solidFill>
                <a:latin typeface="Meiryo"/>
                <a:ea typeface="Meiryo"/>
                <a:cs typeface="Meiryo"/>
                <a:sym typeface="Meiryo"/>
              </a:defRPr>
            </a:lvl7pPr>
            <a:lvl8pPr indent="0" lvl="7" marL="0" marR="0" algn="r">
              <a:lnSpc>
                <a:spcPct val="100000"/>
              </a:lnSpc>
              <a:spcBef>
                <a:spcPts val="0"/>
              </a:spcBef>
              <a:spcAft>
                <a:spcPts val="0"/>
              </a:spcAft>
              <a:buClr>
                <a:srgbClr val="000000"/>
              </a:buClr>
              <a:buSzPts val="1600"/>
              <a:buFont typeface="Arial"/>
              <a:buNone/>
              <a:defRPr b="1" i="0" sz="1600" u="none" cap="none" strike="noStrike">
                <a:solidFill>
                  <a:srgbClr val="3F3F3F"/>
                </a:solidFill>
                <a:latin typeface="Meiryo"/>
                <a:ea typeface="Meiryo"/>
                <a:cs typeface="Meiryo"/>
                <a:sym typeface="Meiryo"/>
              </a:defRPr>
            </a:lvl8pPr>
            <a:lvl9pPr indent="0" lvl="8" marL="0" marR="0" algn="r">
              <a:lnSpc>
                <a:spcPct val="100000"/>
              </a:lnSpc>
              <a:spcBef>
                <a:spcPts val="0"/>
              </a:spcBef>
              <a:spcAft>
                <a:spcPts val="0"/>
              </a:spcAft>
              <a:buClr>
                <a:srgbClr val="000000"/>
              </a:buClr>
              <a:buSzPts val="1600"/>
              <a:buFont typeface="Arial"/>
              <a:buNone/>
              <a:defRPr b="1" i="0" sz="1600" u="none" cap="none" strike="noStrike">
                <a:solidFill>
                  <a:srgbClr val="3F3F3F"/>
                </a:solidFill>
                <a:latin typeface="Meiryo"/>
                <a:ea typeface="Meiryo"/>
                <a:cs typeface="Meiryo"/>
                <a:sym typeface="Meiryo"/>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30" name="Shape 30"/>
        <p:cNvGrpSpPr/>
        <p:nvPr/>
      </p:nvGrpSpPr>
      <p:grpSpPr>
        <a:xfrm>
          <a:off x="0" y="0"/>
          <a:ext cx="0" cy="0"/>
          <a:chOff x="0" y="0"/>
          <a:chExt cx="0" cy="0"/>
        </a:xfrm>
      </p:grpSpPr>
      <p:sp>
        <p:nvSpPr>
          <p:cNvPr id="31" name="Google Shape;31;p33"/>
          <p:cNvSpPr txBox="1"/>
          <p:nvPr>
            <p:ph type="title"/>
          </p:nvPr>
        </p:nvSpPr>
        <p:spPr>
          <a:xfrm>
            <a:off x="642918" y="705113"/>
            <a:ext cx="3411973" cy="5197498"/>
          </a:xfrm>
          <a:prstGeom prst="rect">
            <a:avLst/>
          </a:prstGeom>
          <a:noFill/>
          <a:ln>
            <a:noFill/>
          </a:ln>
        </p:spPr>
        <p:txBody>
          <a:bodyPr anchorCtr="0" anchor="ctr" bIns="91425" lIns="109725" spcFirstLastPara="1" rIns="109725" wrap="square" tIns="109725">
            <a:normAutofit/>
          </a:bodyPr>
          <a:lstStyle>
            <a:lvl1pPr lvl="0" algn="l">
              <a:lnSpc>
                <a:spcPct val="150000"/>
              </a:lnSpc>
              <a:spcBef>
                <a:spcPts val="0"/>
              </a:spcBef>
              <a:spcAft>
                <a:spcPts val="0"/>
              </a:spcAft>
              <a:buClr>
                <a:srgbClr val="3F3F3F"/>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33"/>
          <p:cNvSpPr txBox="1"/>
          <p:nvPr>
            <p:ph idx="1" type="body"/>
          </p:nvPr>
        </p:nvSpPr>
        <p:spPr>
          <a:xfrm>
            <a:off x="5376671" y="705113"/>
            <a:ext cx="6172412" cy="5197497"/>
          </a:xfrm>
          <a:prstGeom prst="rect">
            <a:avLst/>
          </a:prstGeom>
          <a:noFill/>
          <a:ln>
            <a:noFill/>
          </a:ln>
        </p:spPr>
        <p:txBody>
          <a:bodyPr anchorCtr="0" anchor="ctr" bIns="91425" lIns="109725" spcFirstLastPara="1" rIns="109725" wrap="square" tIns="109725">
            <a:normAutofit/>
          </a:bodyPr>
          <a:lstStyle>
            <a:lvl1pPr indent="-228600" lvl="0" marL="457200" algn="l">
              <a:lnSpc>
                <a:spcPct val="140000"/>
              </a:lnSpc>
              <a:spcBef>
                <a:spcPts val="930"/>
              </a:spcBef>
              <a:spcAft>
                <a:spcPts val="0"/>
              </a:spcAft>
              <a:buClr>
                <a:srgbClr val="3F3F3F"/>
              </a:buClr>
              <a:buSzPts val="1800"/>
              <a:buNone/>
              <a:defRPr/>
            </a:lvl1pPr>
            <a:lvl2pPr indent="-228600" lvl="1" marL="914400" algn="l">
              <a:lnSpc>
                <a:spcPct val="140000"/>
              </a:lnSpc>
              <a:spcBef>
                <a:spcPts val="930"/>
              </a:spcBef>
              <a:spcAft>
                <a:spcPts val="0"/>
              </a:spcAft>
              <a:buClr>
                <a:srgbClr val="3F3F3F"/>
              </a:buClr>
              <a:buSzPts val="1800"/>
              <a:buNone/>
              <a:defRPr/>
            </a:lvl2pPr>
            <a:lvl3pPr indent="-342900" lvl="2" marL="1371600" algn="l">
              <a:lnSpc>
                <a:spcPct val="140000"/>
              </a:lnSpc>
              <a:spcBef>
                <a:spcPts val="930"/>
              </a:spcBef>
              <a:spcAft>
                <a:spcPts val="0"/>
              </a:spcAft>
              <a:buClr>
                <a:srgbClr val="3F3F3F"/>
              </a:buClr>
              <a:buSzPts val="1800"/>
              <a:buChar char="–"/>
              <a:defRPr/>
            </a:lvl3pPr>
            <a:lvl4pPr indent="-342900" lvl="3" marL="1828800" algn="l">
              <a:lnSpc>
                <a:spcPct val="140000"/>
              </a:lnSpc>
              <a:spcBef>
                <a:spcPts val="930"/>
              </a:spcBef>
              <a:spcAft>
                <a:spcPts val="0"/>
              </a:spcAft>
              <a:buClr>
                <a:srgbClr val="3F3F3F"/>
              </a:buClr>
              <a:buSzPts val="1800"/>
              <a:buChar char="–"/>
              <a:defRPr/>
            </a:lvl4pPr>
            <a:lvl5pPr indent="-342900" lvl="4" marL="2286000" algn="l">
              <a:lnSpc>
                <a:spcPct val="140000"/>
              </a:lnSpc>
              <a:spcBef>
                <a:spcPts val="930"/>
              </a:spcBef>
              <a:spcAft>
                <a:spcPts val="0"/>
              </a:spcAft>
              <a:buClr>
                <a:srgbClr val="3F3F3F"/>
              </a:buClr>
              <a:buSzPts val="1800"/>
              <a:buChar char="–"/>
              <a:defRPr/>
            </a:lvl5pPr>
            <a:lvl6pPr indent="-342900" lvl="5" marL="2743200" algn="l">
              <a:lnSpc>
                <a:spcPct val="111000"/>
              </a:lnSpc>
              <a:spcBef>
                <a:spcPts val="930"/>
              </a:spcBef>
              <a:spcAft>
                <a:spcPts val="0"/>
              </a:spcAft>
              <a:buClr>
                <a:srgbClr val="657C95"/>
              </a:buClr>
              <a:buSzPts val="1800"/>
              <a:buChar char="–"/>
              <a:defRPr/>
            </a:lvl6pPr>
            <a:lvl7pPr indent="-342900" lvl="6" marL="3200400" algn="l">
              <a:lnSpc>
                <a:spcPct val="111000"/>
              </a:lnSpc>
              <a:spcBef>
                <a:spcPts val="930"/>
              </a:spcBef>
              <a:spcAft>
                <a:spcPts val="0"/>
              </a:spcAft>
              <a:buClr>
                <a:srgbClr val="657C95"/>
              </a:buClr>
              <a:buSzPts val="1800"/>
              <a:buChar char="–"/>
              <a:defRPr/>
            </a:lvl7pPr>
            <a:lvl8pPr indent="-342900" lvl="7" marL="3657600" algn="l">
              <a:lnSpc>
                <a:spcPct val="111000"/>
              </a:lnSpc>
              <a:spcBef>
                <a:spcPts val="930"/>
              </a:spcBef>
              <a:spcAft>
                <a:spcPts val="0"/>
              </a:spcAft>
              <a:buClr>
                <a:srgbClr val="657C95"/>
              </a:buClr>
              <a:buSzPts val="1800"/>
              <a:buChar char="–"/>
              <a:defRPr/>
            </a:lvl8pPr>
            <a:lvl9pPr indent="-342900" lvl="8" marL="4114800" algn="l">
              <a:lnSpc>
                <a:spcPct val="111000"/>
              </a:lnSpc>
              <a:spcBef>
                <a:spcPts val="930"/>
              </a:spcBef>
              <a:spcAft>
                <a:spcPts val="0"/>
              </a:spcAft>
              <a:buClr>
                <a:srgbClr val="657C95"/>
              </a:buClr>
              <a:buSzPts val="1800"/>
              <a:buChar char="–"/>
              <a:defRPr/>
            </a:lvl9pPr>
          </a:lstStyle>
          <a:p/>
        </p:txBody>
      </p:sp>
      <p:sp>
        <p:nvSpPr>
          <p:cNvPr id="33" name="Google Shape;33;p33"/>
          <p:cNvSpPr txBox="1"/>
          <p:nvPr>
            <p:ph idx="10" type="dt"/>
          </p:nvPr>
        </p:nvSpPr>
        <p:spPr>
          <a:xfrm>
            <a:off x="642917" y="6309360"/>
            <a:ext cx="3411973" cy="457200"/>
          </a:xfrm>
          <a:prstGeom prst="rect">
            <a:avLst/>
          </a:prstGeom>
          <a:noFill/>
          <a:ln>
            <a:noFill/>
          </a:ln>
        </p:spPr>
        <p:txBody>
          <a:bodyPr anchorCtr="0" anchor="ctr" bIns="91425" lIns="109725" spcFirstLastPara="1" rIns="109725" wrap="square" tIns="109725">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4" name="Google Shape;34;p33"/>
          <p:cNvSpPr txBox="1"/>
          <p:nvPr>
            <p:ph idx="11" type="ftr"/>
          </p:nvPr>
        </p:nvSpPr>
        <p:spPr>
          <a:xfrm>
            <a:off x="5376670" y="6309360"/>
            <a:ext cx="4946592" cy="457200"/>
          </a:xfrm>
          <a:prstGeom prst="rect">
            <a:avLst/>
          </a:prstGeom>
          <a:noFill/>
          <a:ln>
            <a:noFill/>
          </a:ln>
        </p:spPr>
        <p:txBody>
          <a:bodyPr anchorCtr="0" anchor="ctr" bIns="91425" lIns="109725" spcFirstLastPara="1" rIns="109725" wrap="square" tIns="109725">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33"/>
          <p:cNvSpPr txBox="1"/>
          <p:nvPr>
            <p:ph idx="12" type="sldNum"/>
          </p:nvPr>
        </p:nvSpPr>
        <p:spPr>
          <a:xfrm>
            <a:off x="10569202" y="6309360"/>
            <a:ext cx="979879" cy="457200"/>
          </a:xfrm>
          <a:prstGeom prst="rect">
            <a:avLst/>
          </a:prstGeom>
          <a:noFill/>
          <a:ln>
            <a:noFill/>
          </a:ln>
        </p:spPr>
        <p:txBody>
          <a:bodyPr anchorCtr="0" anchor="b" bIns="91425" lIns="109725" spcFirstLastPara="1" rIns="109725" wrap="square" tIns="109725">
            <a:noAutofit/>
          </a:bodyPr>
          <a:lstStyle>
            <a:lvl1pPr indent="0" lvl="0" marL="0" marR="0" algn="r">
              <a:lnSpc>
                <a:spcPct val="100000"/>
              </a:lnSpc>
              <a:spcBef>
                <a:spcPts val="0"/>
              </a:spcBef>
              <a:spcAft>
                <a:spcPts val="0"/>
              </a:spcAft>
              <a:buClr>
                <a:srgbClr val="000000"/>
              </a:buClr>
              <a:buSzPts val="1600"/>
              <a:buFont typeface="Arial"/>
              <a:buNone/>
              <a:defRPr b="1" i="0" sz="1600" u="none" cap="none" strike="noStrike">
                <a:solidFill>
                  <a:srgbClr val="3F3F3F"/>
                </a:solidFill>
                <a:latin typeface="Meiryo"/>
                <a:ea typeface="Meiryo"/>
                <a:cs typeface="Meiryo"/>
                <a:sym typeface="Meiryo"/>
              </a:defRPr>
            </a:lvl1pPr>
            <a:lvl2pPr indent="0" lvl="1" marL="0" marR="0" algn="r">
              <a:lnSpc>
                <a:spcPct val="100000"/>
              </a:lnSpc>
              <a:spcBef>
                <a:spcPts val="0"/>
              </a:spcBef>
              <a:spcAft>
                <a:spcPts val="0"/>
              </a:spcAft>
              <a:buClr>
                <a:srgbClr val="000000"/>
              </a:buClr>
              <a:buSzPts val="1600"/>
              <a:buFont typeface="Arial"/>
              <a:buNone/>
              <a:defRPr b="1" i="0" sz="1600" u="none" cap="none" strike="noStrike">
                <a:solidFill>
                  <a:srgbClr val="3F3F3F"/>
                </a:solidFill>
                <a:latin typeface="Meiryo"/>
                <a:ea typeface="Meiryo"/>
                <a:cs typeface="Meiryo"/>
                <a:sym typeface="Meiryo"/>
              </a:defRPr>
            </a:lvl2pPr>
            <a:lvl3pPr indent="0" lvl="2" marL="0" marR="0" algn="r">
              <a:lnSpc>
                <a:spcPct val="100000"/>
              </a:lnSpc>
              <a:spcBef>
                <a:spcPts val="0"/>
              </a:spcBef>
              <a:spcAft>
                <a:spcPts val="0"/>
              </a:spcAft>
              <a:buClr>
                <a:srgbClr val="000000"/>
              </a:buClr>
              <a:buSzPts val="1600"/>
              <a:buFont typeface="Arial"/>
              <a:buNone/>
              <a:defRPr b="1" i="0" sz="1600" u="none" cap="none" strike="noStrike">
                <a:solidFill>
                  <a:srgbClr val="3F3F3F"/>
                </a:solidFill>
                <a:latin typeface="Meiryo"/>
                <a:ea typeface="Meiryo"/>
                <a:cs typeface="Meiryo"/>
                <a:sym typeface="Meiryo"/>
              </a:defRPr>
            </a:lvl3pPr>
            <a:lvl4pPr indent="0" lvl="3" marL="0" marR="0" algn="r">
              <a:lnSpc>
                <a:spcPct val="100000"/>
              </a:lnSpc>
              <a:spcBef>
                <a:spcPts val="0"/>
              </a:spcBef>
              <a:spcAft>
                <a:spcPts val="0"/>
              </a:spcAft>
              <a:buClr>
                <a:srgbClr val="000000"/>
              </a:buClr>
              <a:buSzPts val="1600"/>
              <a:buFont typeface="Arial"/>
              <a:buNone/>
              <a:defRPr b="1" i="0" sz="1600" u="none" cap="none" strike="noStrike">
                <a:solidFill>
                  <a:srgbClr val="3F3F3F"/>
                </a:solidFill>
                <a:latin typeface="Meiryo"/>
                <a:ea typeface="Meiryo"/>
                <a:cs typeface="Meiryo"/>
                <a:sym typeface="Meiryo"/>
              </a:defRPr>
            </a:lvl4pPr>
            <a:lvl5pPr indent="0" lvl="4" marL="0" marR="0" algn="r">
              <a:lnSpc>
                <a:spcPct val="100000"/>
              </a:lnSpc>
              <a:spcBef>
                <a:spcPts val="0"/>
              </a:spcBef>
              <a:spcAft>
                <a:spcPts val="0"/>
              </a:spcAft>
              <a:buClr>
                <a:srgbClr val="000000"/>
              </a:buClr>
              <a:buSzPts val="1600"/>
              <a:buFont typeface="Arial"/>
              <a:buNone/>
              <a:defRPr b="1" i="0" sz="1600" u="none" cap="none" strike="noStrike">
                <a:solidFill>
                  <a:srgbClr val="3F3F3F"/>
                </a:solidFill>
                <a:latin typeface="Meiryo"/>
                <a:ea typeface="Meiryo"/>
                <a:cs typeface="Meiryo"/>
                <a:sym typeface="Meiryo"/>
              </a:defRPr>
            </a:lvl5pPr>
            <a:lvl6pPr indent="0" lvl="5" marL="0" marR="0" algn="r">
              <a:lnSpc>
                <a:spcPct val="100000"/>
              </a:lnSpc>
              <a:spcBef>
                <a:spcPts val="0"/>
              </a:spcBef>
              <a:spcAft>
                <a:spcPts val="0"/>
              </a:spcAft>
              <a:buClr>
                <a:srgbClr val="000000"/>
              </a:buClr>
              <a:buSzPts val="1600"/>
              <a:buFont typeface="Arial"/>
              <a:buNone/>
              <a:defRPr b="1" i="0" sz="1600" u="none" cap="none" strike="noStrike">
                <a:solidFill>
                  <a:srgbClr val="3F3F3F"/>
                </a:solidFill>
                <a:latin typeface="Meiryo"/>
                <a:ea typeface="Meiryo"/>
                <a:cs typeface="Meiryo"/>
                <a:sym typeface="Meiryo"/>
              </a:defRPr>
            </a:lvl6pPr>
            <a:lvl7pPr indent="0" lvl="6" marL="0" marR="0" algn="r">
              <a:lnSpc>
                <a:spcPct val="100000"/>
              </a:lnSpc>
              <a:spcBef>
                <a:spcPts val="0"/>
              </a:spcBef>
              <a:spcAft>
                <a:spcPts val="0"/>
              </a:spcAft>
              <a:buClr>
                <a:srgbClr val="000000"/>
              </a:buClr>
              <a:buSzPts val="1600"/>
              <a:buFont typeface="Arial"/>
              <a:buNone/>
              <a:defRPr b="1" i="0" sz="1600" u="none" cap="none" strike="noStrike">
                <a:solidFill>
                  <a:srgbClr val="3F3F3F"/>
                </a:solidFill>
                <a:latin typeface="Meiryo"/>
                <a:ea typeface="Meiryo"/>
                <a:cs typeface="Meiryo"/>
                <a:sym typeface="Meiryo"/>
              </a:defRPr>
            </a:lvl7pPr>
            <a:lvl8pPr indent="0" lvl="7" marL="0" marR="0" algn="r">
              <a:lnSpc>
                <a:spcPct val="100000"/>
              </a:lnSpc>
              <a:spcBef>
                <a:spcPts val="0"/>
              </a:spcBef>
              <a:spcAft>
                <a:spcPts val="0"/>
              </a:spcAft>
              <a:buClr>
                <a:srgbClr val="000000"/>
              </a:buClr>
              <a:buSzPts val="1600"/>
              <a:buFont typeface="Arial"/>
              <a:buNone/>
              <a:defRPr b="1" i="0" sz="1600" u="none" cap="none" strike="noStrike">
                <a:solidFill>
                  <a:srgbClr val="3F3F3F"/>
                </a:solidFill>
                <a:latin typeface="Meiryo"/>
                <a:ea typeface="Meiryo"/>
                <a:cs typeface="Meiryo"/>
                <a:sym typeface="Meiryo"/>
              </a:defRPr>
            </a:lvl8pPr>
            <a:lvl9pPr indent="0" lvl="8" marL="0" marR="0" algn="r">
              <a:lnSpc>
                <a:spcPct val="100000"/>
              </a:lnSpc>
              <a:spcBef>
                <a:spcPts val="0"/>
              </a:spcBef>
              <a:spcAft>
                <a:spcPts val="0"/>
              </a:spcAft>
              <a:buClr>
                <a:srgbClr val="000000"/>
              </a:buClr>
              <a:buSzPts val="1600"/>
              <a:buFont typeface="Arial"/>
              <a:buNone/>
              <a:defRPr b="1" i="0" sz="1600" u="none" cap="none" strike="noStrike">
                <a:solidFill>
                  <a:srgbClr val="3F3F3F"/>
                </a:solidFill>
                <a:latin typeface="Meiryo"/>
                <a:ea typeface="Meiryo"/>
                <a:cs typeface="Meiryo"/>
                <a:sym typeface="Meiryo"/>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showMasterSp="0" type="secHead">
  <p:cSld name="SECTION_HEADER">
    <p:spTree>
      <p:nvGrpSpPr>
        <p:cNvPr id="36" name="Shape 36"/>
        <p:cNvGrpSpPr/>
        <p:nvPr/>
      </p:nvGrpSpPr>
      <p:grpSpPr>
        <a:xfrm>
          <a:off x="0" y="0"/>
          <a:ext cx="0" cy="0"/>
          <a:chOff x="0" y="0"/>
          <a:chExt cx="0" cy="0"/>
        </a:xfrm>
      </p:grpSpPr>
      <p:sp>
        <p:nvSpPr>
          <p:cNvPr id="37" name="Google Shape;37;p34"/>
          <p:cNvSpPr/>
          <p:nvPr/>
        </p:nvSpPr>
        <p:spPr>
          <a:xfrm>
            <a:off x="0" y="4215384"/>
            <a:ext cx="12192000" cy="2642616"/>
          </a:xfrm>
          <a:prstGeom prst="rect">
            <a:avLst/>
          </a:prstGeom>
          <a:solidFill>
            <a:schemeClr val="lt1">
              <a:alpha val="74510"/>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Meiryo"/>
              <a:ea typeface="Meiryo"/>
              <a:cs typeface="Meiryo"/>
              <a:sym typeface="Meiryo"/>
            </a:endParaRPr>
          </a:p>
        </p:txBody>
      </p:sp>
      <p:sp>
        <p:nvSpPr>
          <p:cNvPr id="38" name="Google Shape;38;p34"/>
          <p:cNvSpPr txBox="1"/>
          <p:nvPr>
            <p:ph type="title"/>
          </p:nvPr>
        </p:nvSpPr>
        <p:spPr>
          <a:xfrm>
            <a:off x="795316" y="1406284"/>
            <a:ext cx="10593694" cy="2597841"/>
          </a:xfrm>
          <a:prstGeom prst="rect">
            <a:avLst/>
          </a:prstGeom>
          <a:noFill/>
          <a:ln>
            <a:noFill/>
          </a:ln>
        </p:spPr>
        <p:txBody>
          <a:bodyPr anchorCtr="0" anchor="b" bIns="91425" lIns="109725" spcFirstLastPara="1" rIns="109725" wrap="square" tIns="109725">
            <a:normAutofit/>
          </a:bodyPr>
          <a:lstStyle>
            <a:lvl1pPr lvl="0" algn="ctr">
              <a:lnSpc>
                <a:spcPct val="125000"/>
              </a:lnSpc>
              <a:spcBef>
                <a:spcPts val="0"/>
              </a:spcBef>
              <a:spcAft>
                <a:spcPts val="0"/>
              </a:spcAft>
              <a:buClr>
                <a:srgbClr val="3F3F3F"/>
              </a:buClr>
              <a:buSzPts val="4400"/>
              <a:buFont typeface="Meiryo"/>
              <a:buNone/>
              <a:defRPr sz="4400">
                <a:solidFill>
                  <a:srgbClr val="3F3F3F"/>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34"/>
          <p:cNvSpPr txBox="1"/>
          <p:nvPr>
            <p:ph idx="1" type="body"/>
          </p:nvPr>
        </p:nvSpPr>
        <p:spPr>
          <a:xfrm>
            <a:off x="2818312" y="4527856"/>
            <a:ext cx="6559018" cy="1570245"/>
          </a:xfrm>
          <a:prstGeom prst="rect">
            <a:avLst/>
          </a:prstGeom>
          <a:noFill/>
          <a:ln>
            <a:noFill/>
          </a:ln>
        </p:spPr>
        <p:txBody>
          <a:bodyPr anchorCtr="0" anchor="t" bIns="91425" lIns="109725" spcFirstLastPara="1" rIns="109725" wrap="square" tIns="109725">
            <a:normAutofit/>
          </a:bodyPr>
          <a:lstStyle>
            <a:lvl1pPr indent="-228600" lvl="0" marL="457200" algn="ctr">
              <a:lnSpc>
                <a:spcPct val="130000"/>
              </a:lnSpc>
              <a:spcBef>
                <a:spcPts val="0"/>
              </a:spcBef>
              <a:spcAft>
                <a:spcPts val="0"/>
              </a:spcAft>
              <a:buClr>
                <a:srgbClr val="3F3F3F"/>
              </a:buClr>
              <a:buSzPts val="2400"/>
              <a:buNone/>
              <a:defRPr b="0" sz="2400">
                <a:solidFill>
                  <a:srgbClr val="3F3F3F"/>
                </a:solidFill>
              </a:defRPr>
            </a:lvl1pPr>
            <a:lvl2pPr indent="-228600" lvl="1" marL="914400" algn="l">
              <a:lnSpc>
                <a:spcPct val="140000"/>
              </a:lnSpc>
              <a:spcBef>
                <a:spcPts val="930"/>
              </a:spcBef>
              <a:spcAft>
                <a:spcPts val="0"/>
              </a:spcAft>
              <a:buClr>
                <a:srgbClr val="888888"/>
              </a:buClr>
              <a:buSzPts val="2000"/>
              <a:buNone/>
              <a:defRPr sz="2000">
                <a:solidFill>
                  <a:srgbClr val="888888"/>
                </a:solidFill>
              </a:defRPr>
            </a:lvl2pPr>
            <a:lvl3pPr indent="-228600" lvl="2" marL="1371600" algn="l">
              <a:lnSpc>
                <a:spcPct val="140000"/>
              </a:lnSpc>
              <a:spcBef>
                <a:spcPts val="930"/>
              </a:spcBef>
              <a:spcAft>
                <a:spcPts val="0"/>
              </a:spcAft>
              <a:buClr>
                <a:srgbClr val="888888"/>
              </a:buClr>
              <a:buSzPts val="1800"/>
              <a:buNone/>
              <a:defRPr sz="1800">
                <a:solidFill>
                  <a:srgbClr val="888888"/>
                </a:solidFill>
              </a:defRPr>
            </a:lvl3pPr>
            <a:lvl4pPr indent="-228600" lvl="3" marL="1828800" algn="l">
              <a:lnSpc>
                <a:spcPct val="140000"/>
              </a:lnSpc>
              <a:spcBef>
                <a:spcPts val="930"/>
              </a:spcBef>
              <a:spcAft>
                <a:spcPts val="0"/>
              </a:spcAft>
              <a:buClr>
                <a:srgbClr val="888888"/>
              </a:buClr>
              <a:buSzPts val="1600"/>
              <a:buNone/>
              <a:defRPr sz="1600">
                <a:solidFill>
                  <a:srgbClr val="888888"/>
                </a:solidFill>
              </a:defRPr>
            </a:lvl4pPr>
            <a:lvl5pPr indent="-228600" lvl="4" marL="2286000" algn="l">
              <a:lnSpc>
                <a:spcPct val="140000"/>
              </a:lnSpc>
              <a:spcBef>
                <a:spcPts val="930"/>
              </a:spcBef>
              <a:spcAft>
                <a:spcPts val="0"/>
              </a:spcAft>
              <a:buClr>
                <a:srgbClr val="888888"/>
              </a:buClr>
              <a:buSzPts val="1600"/>
              <a:buNone/>
              <a:defRPr sz="1600">
                <a:solidFill>
                  <a:srgbClr val="888888"/>
                </a:solidFill>
              </a:defRPr>
            </a:lvl5pPr>
            <a:lvl6pPr indent="-228600" lvl="5" marL="2743200" algn="l">
              <a:lnSpc>
                <a:spcPct val="111000"/>
              </a:lnSpc>
              <a:spcBef>
                <a:spcPts val="930"/>
              </a:spcBef>
              <a:spcAft>
                <a:spcPts val="0"/>
              </a:spcAft>
              <a:buClr>
                <a:srgbClr val="888888"/>
              </a:buClr>
              <a:buSzPts val="1600"/>
              <a:buNone/>
              <a:defRPr sz="1600">
                <a:solidFill>
                  <a:srgbClr val="888888"/>
                </a:solidFill>
              </a:defRPr>
            </a:lvl6pPr>
            <a:lvl7pPr indent="-228600" lvl="6" marL="3200400" algn="l">
              <a:lnSpc>
                <a:spcPct val="111000"/>
              </a:lnSpc>
              <a:spcBef>
                <a:spcPts val="930"/>
              </a:spcBef>
              <a:spcAft>
                <a:spcPts val="0"/>
              </a:spcAft>
              <a:buClr>
                <a:srgbClr val="888888"/>
              </a:buClr>
              <a:buSzPts val="1600"/>
              <a:buNone/>
              <a:defRPr sz="1600">
                <a:solidFill>
                  <a:srgbClr val="888888"/>
                </a:solidFill>
              </a:defRPr>
            </a:lvl7pPr>
            <a:lvl8pPr indent="-228600" lvl="7" marL="3657600" algn="l">
              <a:lnSpc>
                <a:spcPct val="111000"/>
              </a:lnSpc>
              <a:spcBef>
                <a:spcPts val="930"/>
              </a:spcBef>
              <a:spcAft>
                <a:spcPts val="0"/>
              </a:spcAft>
              <a:buClr>
                <a:srgbClr val="888888"/>
              </a:buClr>
              <a:buSzPts val="1600"/>
              <a:buNone/>
              <a:defRPr sz="1600">
                <a:solidFill>
                  <a:srgbClr val="888888"/>
                </a:solidFill>
              </a:defRPr>
            </a:lvl8pPr>
            <a:lvl9pPr indent="-228600" lvl="8" marL="4114800" algn="l">
              <a:lnSpc>
                <a:spcPct val="111000"/>
              </a:lnSpc>
              <a:spcBef>
                <a:spcPts val="930"/>
              </a:spcBef>
              <a:spcAft>
                <a:spcPts val="0"/>
              </a:spcAft>
              <a:buClr>
                <a:srgbClr val="888888"/>
              </a:buClr>
              <a:buSzPts val="1600"/>
              <a:buNone/>
              <a:defRPr sz="1600">
                <a:solidFill>
                  <a:srgbClr val="888888"/>
                </a:solidFill>
              </a:defRPr>
            </a:lvl9pPr>
          </a:lstStyle>
          <a:p/>
        </p:txBody>
      </p:sp>
      <p:sp>
        <p:nvSpPr>
          <p:cNvPr id="40" name="Google Shape;40;p34"/>
          <p:cNvSpPr txBox="1"/>
          <p:nvPr>
            <p:ph idx="10" type="dt"/>
          </p:nvPr>
        </p:nvSpPr>
        <p:spPr>
          <a:xfrm>
            <a:off x="642917" y="6309360"/>
            <a:ext cx="3411973" cy="457200"/>
          </a:xfrm>
          <a:prstGeom prst="rect">
            <a:avLst/>
          </a:prstGeom>
          <a:noFill/>
          <a:ln>
            <a:noFill/>
          </a:ln>
        </p:spPr>
        <p:txBody>
          <a:bodyPr anchorCtr="0" anchor="ctr" bIns="91425" lIns="109725" spcFirstLastPara="1" rIns="109725" wrap="square" tIns="109725">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1" name="Google Shape;41;p34"/>
          <p:cNvSpPr txBox="1"/>
          <p:nvPr>
            <p:ph idx="11" type="ftr"/>
          </p:nvPr>
        </p:nvSpPr>
        <p:spPr>
          <a:xfrm>
            <a:off x="5376670" y="6309360"/>
            <a:ext cx="4946592" cy="457200"/>
          </a:xfrm>
          <a:prstGeom prst="rect">
            <a:avLst/>
          </a:prstGeom>
          <a:noFill/>
          <a:ln>
            <a:noFill/>
          </a:ln>
        </p:spPr>
        <p:txBody>
          <a:bodyPr anchorCtr="0" anchor="ctr" bIns="91425" lIns="109725" spcFirstLastPara="1" rIns="109725" wrap="square" tIns="109725">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34"/>
          <p:cNvSpPr txBox="1"/>
          <p:nvPr>
            <p:ph idx="12" type="sldNum"/>
          </p:nvPr>
        </p:nvSpPr>
        <p:spPr>
          <a:xfrm>
            <a:off x="10569202" y="6309360"/>
            <a:ext cx="979879" cy="457200"/>
          </a:xfrm>
          <a:prstGeom prst="rect">
            <a:avLst/>
          </a:prstGeom>
          <a:noFill/>
          <a:ln>
            <a:noFill/>
          </a:ln>
        </p:spPr>
        <p:txBody>
          <a:bodyPr anchorCtr="0" anchor="b" bIns="91425" lIns="109725" spcFirstLastPara="1" rIns="109725" wrap="square" tIns="109725">
            <a:noAutofit/>
          </a:bodyPr>
          <a:lstStyle>
            <a:lvl1pPr indent="0" lvl="0" marL="0" marR="0" algn="r">
              <a:lnSpc>
                <a:spcPct val="100000"/>
              </a:lnSpc>
              <a:spcBef>
                <a:spcPts val="0"/>
              </a:spcBef>
              <a:spcAft>
                <a:spcPts val="0"/>
              </a:spcAft>
              <a:buClr>
                <a:srgbClr val="000000"/>
              </a:buClr>
              <a:buSzPts val="1600"/>
              <a:buFont typeface="Arial"/>
              <a:buNone/>
              <a:defRPr b="1" i="0" sz="1600" u="none" cap="none" strike="noStrike">
                <a:solidFill>
                  <a:srgbClr val="3F3F3F"/>
                </a:solidFill>
                <a:latin typeface="Meiryo"/>
                <a:ea typeface="Meiryo"/>
                <a:cs typeface="Meiryo"/>
                <a:sym typeface="Meiryo"/>
              </a:defRPr>
            </a:lvl1pPr>
            <a:lvl2pPr indent="0" lvl="1" marL="0" marR="0" algn="r">
              <a:lnSpc>
                <a:spcPct val="100000"/>
              </a:lnSpc>
              <a:spcBef>
                <a:spcPts val="0"/>
              </a:spcBef>
              <a:spcAft>
                <a:spcPts val="0"/>
              </a:spcAft>
              <a:buClr>
                <a:srgbClr val="000000"/>
              </a:buClr>
              <a:buSzPts val="1600"/>
              <a:buFont typeface="Arial"/>
              <a:buNone/>
              <a:defRPr b="1" i="0" sz="1600" u="none" cap="none" strike="noStrike">
                <a:solidFill>
                  <a:srgbClr val="3F3F3F"/>
                </a:solidFill>
                <a:latin typeface="Meiryo"/>
                <a:ea typeface="Meiryo"/>
                <a:cs typeface="Meiryo"/>
                <a:sym typeface="Meiryo"/>
              </a:defRPr>
            </a:lvl2pPr>
            <a:lvl3pPr indent="0" lvl="2" marL="0" marR="0" algn="r">
              <a:lnSpc>
                <a:spcPct val="100000"/>
              </a:lnSpc>
              <a:spcBef>
                <a:spcPts val="0"/>
              </a:spcBef>
              <a:spcAft>
                <a:spcPts val="0"/>
              </a:spcAft>
              <a:buClr>
                <a:srgbClr val="000000"/>
              </a:buClr>
              <a:buSzPts val="1600"/>
              <a:buFont typeface="Arial"/>
              <a:buNone/>
              <a:defRPr b="1" i="0" sz="1600" u="none" cap="none" strike="noStrike">
                <a:solidFill>
                  <a:srgbClr val="3F3F3F"/>
                </a:solidFill>
                <a:latin typeface="Meiryo"/>
                <a:ea typeface="Meiryo"/>
                <a:cs typeface="Meiryo"/>
                <a:sym typeface="Meiryo"/>
              </a:defRPr>
            </a:lvl3pPr>
            <a:lvl4pPr indent="0" lvl="3" marL="0" marR="0" algn="r">
              <a:lnSpc>
                <a:spcPct val="100000"/>
              </a:lnSpc>
              <a:spcBef>
                <a:spcPts val="0"/>
              </a:spcBef>
              <a:spcAft>
                <a:spcPts val="0"/>
              </a:spcAft>
              <a:buClr>
                <a:srgbClr val="000000"/>
              </a:buClr>
              <a:buSzPts val="1600"/>
              <a:buFont typeface="Arial"/>
              <a:buNone/>
              <a:defRPr b="1" i="0" sz="1600" u="none" cap="none" strike="noStrike">
                <a:solidFill>
                  <a:srgbClr val="3F3F3F"/>
                </a:solidFill>
                <a:latin typeface="Meiryo"/>
                <a:ea typeface="Meiryo"/>
                <a:cs typeface="Meiryo"/>
                <a:sym typeface="Meiryo"/>
              </a:defRPr>
            </a:lvl4pPr>
            <a:lvl5pPr indent="0" lvl="4" marL="0" marR="0" algn="r">
              <a:lnSpc>
                <a:spcPct val="100000"/>
              </a:lnSpc>
              <a:spcBef>
                <a:spcPts val="0"/>
              </a:spcBef>
              <a:spcAft>
                <a:spcPts val="0"/>
              </a:spcAft>
              <a:buClr>
                <a:srgbClr val="000000"/>
              </a:buClr>
              <a:buSzPts val="1600"/>
              <a:buFont typeface="Arial"/>
              <a:buNone/>
              <a:defRPr b="1" i="0" sz="1600" u="none" cap="none" strike="noStrike">
                <a:solidFill>
                  <a:srgbClr val="3F3F3F"/>
                </a:solidFill>
                <a:latin typeface="Meiryo"/>
                <a:ea typeface="Meiryo"/>
                <a:cs typeface="Meiryo"/>
                <a:sym typeface="Meiryo"/>
              </a:defRPr>
            </a:lvl5pPr>
            <a:lvl6pPr indent="0" lvl="5" marL="0" marR="0" algn="r">
              <a:lnSpc>
                <a:spcPct val="100000"/>
              </a:lnSpc>
              <a:spcBef>
                <a:spcPts val="0"/>
              </a:spcBef>
              <a:spcAft>
                <a:spcPts val="0"/>
              </a:spcAft>
              <a:buClr>
                <a:srgbClr val="000000"/>
              </a:buClr>
              <a:buSzPts val="1600"/>
              <a:buFont typeface="Arial"/>
              <a:buNone/>
              <a:defRPr b="1" i="0" sz="1600" u="none" cap="none" strike="noStrike">
                <a:solidFill>
                  <a:srgbClr val="3F3F3F"/>
                </a:solidFill>
                <a:latin typeface="Meiryo"/>
                <a:ea typeface="Meiryo"/>
                <a:cs typeface="Meiryo"/>
                <a:sym typeface="Meiryo"/>
              </a:defRPr>
            </a:lvl6pPr>
            <a:lvl7pPr indent="0" lvl="6" marL="0" marR="0" algn="r">
              <a:lnSpc>
                <a:spcPct val="100000"/>
              </a:lnSpc>
              <a:spcBef>
                <a:spcPts val="0"/>
              </a:spcBef>
              <a:spcAft>
                <a:spcPts val="0"/>
              </a:spcAft>
              <a:buClr>
                <a:srgbClr val="000000"/>
              </a:buClr>
              <a:buSzPts val="1600"/>
              <a:buFont typeface="Arial"/>
              <a:buNone/>
              <a:defRPr b="1" i="0" sz="1600" u="none" cap="none" strike="noStrike">
                <a:solidFill>
                  <a:srgbClr val="3F3F3F"/>
                </a:solidFill>
                <a:latin typeface="Meiryo"/>
                <a:ea typeface="Meiryo"/>
                <a:cs typeface="Meiryo"/>
                <a:sym typeface="Meiryo"/>
              </a:defRPr>
            </a:lvl7pPr>
            <a:lvl8pPr indent="0" lvl="7" marL="0" marR="0" algn="r">
              <a:lnSpc>
                <a:spcPct val="100000"/>
              </a:lnSpc>
              <a:spcBef>
                <a:spcPts val="0"/>
              </a:spcBef>
              <a:spcAft>
                <a:spcPts val="0"/>
              </a:spcAft>
              <a:buClr>
                <a:srgbClr val="000000"/>
              </a:buClr>
              <a:buSzPts val="1600"/>
              <a:buFont typeface="Arial"/>
              <a:buNone/>
              <a:defRPr b="1" i="0" sz="1600" u="none" cap="none" strike="noStrike">
                <a:solidFill>
                  <a:srgbClr val="3F3F3F"/>
                </a:solidFill>
                <a:latin typeface="Meiryo"/>
                <a:ea typeface="Meiryo"/>
                <a:cs typeface="Meiryo"/>
                <a:sym typeface="Meiryo"/>
              </a:defRPr>
            </a:lvl8pPr>
            <a:lvl9pPr indent="0" lvl="8" marL="0" marR="0" algn="r">
              <a:lnSpc>
                <a:spcPct val="100000"/>
              </a:lnSpc>
              <a:spcBef>
                <a:spcPts val="0"/>
              </a:spcBef>
              <a:spcAft>
                <a:spcPts val="0"/>
              </a:spcAft>
              <a:buClr>
                <a:srgbClr val="000000"/>
              </a:buClr>
              <a:buSzPts val="1600"/>
              <a:buFont typeface="Arial"/>
              <a:buNone/>
              <a:defRPr b="1" i="0" sz="1600" u="none" cap="none" strike="noStrike">
                <a:solidFill>
                  <a:srgbClr val="3F3F3F"/>
                </a:solidFill>
                <a:latin typeface="Meiryo"/>
                <a:ea typeface="Meiryo"/>
                <a:cs typeface="Meiryo"/>
                <a:sym typeface="Meiryo"/>
              </a:defRPr>
            </a:lvl9pPr>
          </a:lstStyle>
          <a:p>
            <a:pPr indent="0" lvl="0" marL="0" rtl="0" algn="r">
              <a:spcBef>
                <a:spcPts val="0"/>
              </a:spcBef>
              <a:spcAft>
                <a:spcPts val="0"/>
              </a:spcAft>
              <a:buNone/>
            </a:pPr>
            <a:fld id="{00000000-1234-1234-1234-123412341234}" type="slidenum">
              <a:rPr lang="en-IN"/>
              <a:t>‹#›</a:t>
            </a:fld>
            <a:endParaRPr/>
          </a:p>
        </p:txBody>
      </p:sp>
      <p:sp>
        <p:nvSpPr>
          <p:cNvPr id="43" name="Google Shape;43;p34"/>
          <p:cNvSpPr/>
          <p:nvPr/>
        </p:nvSpPr>
        <p:spPr>
          <a:xfrm>
            <a:off x="0" y="4215384"/>
            <a:ext cx="12188952" cy="64008"/>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Meiryo"/>
              <a:ea typeface="Meiryo"/>
              <a:cs typeface="Meiryo"/>
              <a:sym typeface="Meiryo"/>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44" name="Shape 44"/>
        <p:cNvGrpSpPr/>
        <p:nvPr/>
      </p:nvGrpSpPr>
      <p:grpSpPr>
        <a:xfrm>
          <a:off x="0" y="0"/>
          <a:ext cx="0" cy="0"/>
          <a:chOff x="0" y="0"/>
          <a:chExt cx="0" cy="0"/>
        </a:xfrm>
      </p:grpSpPr>
      <p:sp>
        <p:nvSpPr>
          <p:cNvPr id="45" name="Google Shape;45;p35"/>
          <p:cNvSpPr txBox="1"/>
          <p:nvPr>
            <p:ph type="title"/>
          </p:nvPr>
        </p:nvSpPr>
        <p:spPr>
          <a:xfrm>
            <a:off x="642918" y="705113"/>
            <a:ext cx="3411973" cy="5197498"/>
          </a:xfrm>
          <a:prstGeom prst="rect">
            <a:avLst/>
          </a:prstGeom>
          <a:noFill/>
          <a:ln>
            <a:noFill/>
          </a:ln>
        </p:spPr>
        <p:txBody>
          <a:bodyPr anchorCtr="0" anchor="ctr" bIns="91425" lIns="109725" spcFirstLastPara="1" rIns="109725" wrap="square" tIns="109725">
            <a:normAutofit/>
          </a:bodyPr>
          <a:lstStyle>
            <a:lvl1pPr lvl="0" algn="l">
              <a:lnSpc>
                <a:spcPct val="150000"/>
              </a:lnSpc>
              <a:spcBef>
                <a:spcPts val="0"/>
              </a:spcBef>
              <a:spcAft>
                <a:spcPts val="0"/>
              </a:spcAft>
              <a:buClr>
                <a:srgbClr val="3F3F3F"/>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6" name="Google Shape;46;p35"/>
          <p:cNvSpPr txBox="1"/>
          <p:nvPr>
            <p:ph idx="1" type="body"/>
          </p:nvPr>
        </p:nvSpPr>
        <p:spPr>
          <a:xfrm>
            <a:off x="5376670" y="705114"/>
            <a:ext cx="6172412" cy="2403846"/>
          </a:xfrm>
          <a:prstGeom prst="rect">
            <a:avLst/>
          </a:prstGeom>
          <a:noFill/>
          <a:ln>
            <a:noFill/>
          </a:ln>
        </p:spPr>
        <p:txBody>
          <a:bodyPr anchorCtr="0" anchor="b" bIns="91425" lIns="109725" spcFirstLastPara="1" rIns="109725" wrap="square" tIns="109725">
            <a:normAutofit/>
          </a:bodyPr>
          <a:lstStyle>
            <a:lvl1pPr indent="-228600" lvl="0" marL="457200" algn="l">
              <a:lnSpc>
                <a:spcPct val="140000"/>
              </a:lnSpc>
              <a:spcBef>
                <a:spcPts val="930"/>
              </a:spcBef>
              <a:spcAft>
                <a:spcPts val="0"/>
              </a:spcAft>
              <a:buClr>
                <a:srgbClr val="3F3F3F"/>
              </a:buClr>
              <a:buSzPts val="1800"/>
              <a:buNone/>
              <a:defRPr/>
            </a:lvl1pPr>
            <a:lvl2pPr indent="-228600" lvl="1" marL="914400" algn="l">
              <a:lnSpc>
                <a:spcPct val="140000"/>
              </a:lnSpc>
              <a:spcBef>
                <a:spcPts val="930"/>
              </a:spcBef>
              <a:spcAft>
                <a:spcPts val="0"/>
              </a:spcAft>
              <a:buClr>
                <a:srgbClr val="3F3F3F"/>
              </a:buClr>
              <a:buSzPts val="1800"/>
              <a:buNone/>
              <a:defRPr/>
            </a:lvl2pPr>
            <a:lvl3pPr indent="-342900" lvl="2" marL="1371600" algn="l">
              <a:lnSpc>
                <a:spcPct val="140000"/>
              </a:lnSpc>
              <a:spcBef>
                <a:spcPts val="930"/>
              </a:spcBef>
              <a:spcAft>
                <a:spcPts val="0"/>
              </a:spcAft>
              <a:buClr>
                <a:srgbClr val="3F3F3F"/>
              </a:buClr>
              <a:buSzPts val="1800"/>
              <a:buChar char="–"/>
              <a:defRPr/>
            </a:lvl3pPr>
            <a:lvl4pPr indent="-342900" lvl="3" marL="1828800" algn="l">
              <a:lnSpc>
                <a:spcPct val="140000"/>
              </a:lnSpc>
              <a:spcBef>
                <a:spcPts val="930"/>
              </a:spcBef>
              <a:spcAft>
                <a:spcPts val="0"/>
              </a:spcAft>
              <a:buClr>
                <a:srgbClr val="3F3F3F"/>
              </a:buClr>
              <a:buSzPts val="1800"/>
              <a:buChar char="–"/>
              <a:defRPr/>
            </a:lvl4pPr>
            <a:lvl5pPr indent="-342900" lvl="4" marL="2286000" algn="l">
              <a:lnSpc>
                <a:spcPct val="140000"/>
              </a:lnSpc>
              <a:spcBef>
                <a:spcPts val="930"/>
              </a:spcBef>
              <a:spcAft>
                <a:spcPts val="0"/>
              </a:spcAft>
              <a:buClr>
                <a:srgbClr val="3F3F3F"/>
              </a:buClr>
              <a:buSzPts val="1800"/>
              <a:buChar char="–"/>
              <a:defRPr/>
            </a:lvl5pPr>
            <a:lvl6pPr indent="-342900" lvl="5" marL="2743200" algn="l">
              <a:lnSpc>
                <a:spcPct val="111000"/>
              </a:lnSpc>
              <a:spcBef>
                <a:spcPts val="930"/>
              </a:spcBef>
              <a:spcAft>
                <a:spcPts val="0"/>
              </a:spcAft>
              <a:buClr>
                <a:srgbClr val="657C95"/>
              </a:buClr>
              <a:buSzPts val="1800"/>
              <a:buChar char="–"/>
              <a:defRPr/>
            </a:lvl6pPr>
            <a:lvl7pPr indent="-342900" lvl="6" marL="3200400" algn="l">
              <a:lnSpc>
                <a:spcPct val="111000"/>
              </a:lnSpc>
              <a:spcBef>
                <a:spcPts val="930"/>
              </a:spcBef>
              <a:spcAft>
                <a:spcPts val="0"/>
              </a:spcAft>
              <a:buClr>
                <a:srgbClr val="657C95"/>
              </a:buClr>
              <a:buSzPts val="1800"/>
              <a:buChar char="–"/>
              <a:defRPr/>
            </a:lvl7pPr>
            <a:lvl8pPr indent="-342900" lvl="7" marL="3657600" algn="l">
              <a:lnSpc>
                <a:spcPct val="111000"/>
              </a:lnSpc>
              <a:spcBef>
                <a:spcPts val="930"/>
              </a:spcBef>
              <a:spcAft>
                <a:spcPts val="0"/>
              </a:spcAft>
              <a:buClr>
                <a:srgbClr val="657C95"/>
              </a:buClr>
              <a:buSzPts val="1800"/>
              <a:buChar char="–"/>
              <a:defRPr/>
            </a:lvl8pPr>
            <a:lvl9pPr indent="-342900" lvl="8" marL="4114800" algn="l">
              <a:lnSpc>
                <a:spcPct val="111000"/>
              </a:lnSpc>
              <a:spcBef>
                <a:spcPts val="930"/>
              </a:spcBef>
              <a:spcAft>
                <a:spcPts val="0"/>
              </a:spcAft>
              <a:buClr>
                <a:srgbClr val="657C95"/>
              </a:buClr>
              <a:buSzPts val="1800"/>
              <a:buChar char="–"/>
              <a:defRPr/>
            </a:lvl9pPr>
          </a:lstStyle>
          <a:p/>
        </p:txBody>
      </p:sp>
      <p:sp>
        <p:nvSpPr>
          <p:cNvPr id="47" name="Google Shape;47;p35"/>
          <p:cNvSpPr txBox="1"/>
          <p:nvPr>
            <p:ph idx="2" type="body"/>
          </p:nvPr>
        </p:nvSpPr>
        <p:spPr>
          <a:xfrm>
            <a:off x="5376670" y="3749040"/>
            <a:ext cx="6172411" cy="2346960"/>
          </a:xfrm>
          <a:prstGeom prst="rect">
            <a:avLst/>
          </a:prstGeom>
          <a:noFill/>
          <a:ln>
            <a:noFill/>
          </a:ln>
        </p:spPr>
        <p:txBody>
          <a:bodyPr anchorCtr="0" anchor="ctr" bIns="91425" lIns="109725" spcFirstLastPara="1" rIns="109725" wrap="square" tIns="109725">
            <a:normAutofit/>
          </a:bodyPr>
          <a:lstStyle>
            <a:lvl1pPr indent="-228600" lvl="0" marL="457200" algn="l">
              <a:lnSpc>
                <a:spcPct val="140000"/>
              </a:lnSpc>
              <a:spcBef>
                <a:spcPts val="930"/>
              </a:spcBef>
              <a:spcAft>
                <a:spcPts val="0"/>
              </a:spcAft>
              <a:buClr>
                <a:srgbClr val="3F3F3F"/>
              </a:buClr>
              <a:buSzPts val="1800"/>
              <a:buNone/>
              <a:defRPr/>
            </a:lvl1pPr>
            <a:lvl2pPr indent="-228600" lvl="1" marL="914400" algn="l">
              <a:lnSpc>
                <a:spcPct val="140000"/>
              </a:lnSpc>
              <a:spcBef>
                <a:spcPts val="930"/>
              </a:spcBef>
              <a:spcAft>
                <a:spcPts val="0"/>
              </a:spcAft>
              <a:buClr>
                <a:srgbClr val="3F3F3F"/>
              </a:buClr>
              <a:buSzPts val="1800"/>
              <a:buNone/>
              <a:defRPr/>
            </a:lvl2pPr>
            <a:lvl3pPr indent="-342900" lvl="2" marL="1371600" algn="l">
              <a:lnSpc>
                <a:spcPct val="140000"/>
              </a:lnSpc>
              <a:spcBef>
                <a:spcPts val="930"/>
              </a:spcBef>
              <a:spcAft>
                <a:spcPts val="0"/>
              </a:spcAft>
              <a:buClr>
                <a:srgbClr val="3F3F3F"/>
              </a:buClr>
              <a:buSzPts val="1800"/>
              <a:buChar char="–"/>
              <a:defRPr/>
            </a:lvl3pPr>
            <a:lvl4pPr indent="-342900" lvl="3" marL="1828800" algn="l">
              <a:lnSpc>
                <a:spcPct val="140000"/>
              </a:lnSpc>
              <a:spcBef>
                <a:spcPts val="930"/>
              </a:spcBef>
              <a:spcAft>
                <a:spcPts val="0"/>
              </a:spcAft>
              <a:buClr>
                <a:srgbClr val="3F3F3F"/>
              </a:buClr>
              <a:buSzPts val="1800"/>
              <a:buChar char="–"/>
              <a:defRPr/>
            </a:lvl4pPr>
            <a:lvl5pPr indent="-342900" lvl="4" marL="2286000" algn="l">
              <a:lnSpc>
                <a:spcPct val="140000"/>
              </a:lnSpc>
              <a:spcBef>
                <a:spcPts val="930"/>
              </a:spcBef>
              <a:spcAft>
                <a:spcPts val="0"/>
              </a:spcAft>
              <a:buClr>
                <a:srgbClr val="3F3F3F"/>
              </a:buClr>
              <a:buSzPts val="1800"/>
              <a:buChar char="–"/>
              <a:defRPr/>
            </a:lvl5pPr>
            <a:lvl6pPr indent="-342900" lvl="5" marL="2743200" algn="l">
              <a:lnSpc>
                <a:spcPct val="111000"/>
              </a:lnSpc>
              <a:spcBef>
                <a:spcPts val="930"/>
              </a:spcBef>
              <a:spcAft>
                <a:spcPts val="0"/>
              </a:spcAft>
              <a:buClr>
                <a:srgbClr val="657C95"/>
              </a:buClr>
              <a:buSzPts val="1800"/>
              <a:buChar char="–"/>
              <a:defRPr/>
            </a:lvl6pPr>
            <a:lvl7pPr indent="-342900" lvl="6" marL="3200400" algn="l">
              <a:lnSpc>
                <a:spcPct val="111000"/>
              </a:lnSpc>
              <a:spcBef>
                <a:spcPts val="930"/>
              </a:spcBef>
              <a:spcAft>
                <a:spcPts val="0"/>
              </a:spcAft>
              <a:buClr>
                <a:srgbClr val="657C95"/>
              </a:buClr>
              <a:buSzPts val="1800"/>
              <a:buChar char="–"/>
              <a:defRPr/>
            </a:lvl7pPr>
            <a:lvl8pPr indent="-342900" lvl="7" marL="3657600" algn="l">
              <a:lnSpc>
                <a:spcPct val="111000"/>
              </a:lnSpc>
              <a:spcBef>
                <a:spcPts val="930"/>
              </a:spcBef>
              <a:spcAft>
                <a:spcPts val="0"/>
              </a:spcAft>
              <a:buClr>
                <a:srgbClr val="657C95"/>
              </a:buClr>
              <a:buSzPts val="1800"/>
              <a:buChar char="–"/>
              <a:defRPr/>
            </a:lvl8pPr>
            <a:lvl9pPr indent="-342900" lvl="8" marL="4114800" algn="l">
              <a:lnSpc>
                <a:spcPct val="111000"/>
              </a:lnSpc>
              <a:spcBef>
                <a:spcPts val="930"/>
              </a:spcBef>
              <a:spcAft>
                <a:spcPts val="0"/>
              </a:spcAft>
              <a:buClr>
                <a:srgbClr val="657C95"/>
              </a:buClr>
              <a:buSzPts val="1800"/>
              <a:buChar char="–"/>
              <a:defRPr/>
            </a:lvl9pPr>
          </a:lstStyle>
          <a:p/>
        </p:txBody>
      </p:sp>
      <p:sp>
        <p:nvSpPr>
          <p:cNvPr id="48" name="Google Shape;48;p35"/>
          <p:cNvSpPr txBox="1"/>
          <p:nvPr>
            <p:ph idx="10" type="dt"/>
          </p:nvPr>
        </p:nvSpPr>
        <p:spPr>
          <a:xfrm>
            <a:off x="642917" y="6309360"/>
            <a:ext cx="3411973" cy="457200"/>
          </a:xfrm>
          <a:prstGeom prst="rect">
            <a:avLst/>
          </a:prstGeom>
          <a:noFill/>
          <a:ln>
            <a:noFill/>
          </a:ln>
        </p:spPr>
        <p:txBody>
          <a:bodyPr anchorCtr="0" anchor="ctr" bIns="91425" lIns="109725" spcFirstLastPara="1" rIns="109725" wrap="square" tIns="109725">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9" name="Google Shape;49;p35"/>
          <p:cNvSpPr txBox="1"/>
          <p:nvPr>
            <p:ph idx="11" type="ftr"/>
          </p:nvPr>
        </p:nvSpPr>
        <p:spPr>
          <a:xfrm>
            <a:off x="5376670" y="6309360"/>
            <a:ext cx="4946592" cy="457200"/>
          </a:xfrm>
          <a:prstGeom prst="rect">
            <a:avLst/>
          </a:prstGeom>
          <a:noFill/>
          <a:ln>
            <a:noFill/>
          </a:ln>
        </p:spPr>
        <p:txBody>
          <a:bodyPr anchorCtr="0" anchor="ctr" bIns="91425" lIns="109725" spcFirstLastPara="1" rIns="109725" wrap="square" tIns="109725">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0" name="Google Shape;50;p35"/>
          <p:cNvSpPr txBox="1"/>
          <p:nvPr>
            <p:ph idx="12" type="sldNum"/>
          </p:nvPr>
        </p:nvSpPr>
        <p:spPr>
          <a:xfrm>
            <a:off x="10569202" y="6309360"/>
            <a:ext cx="979879" cy="457200"/>
          </a:xfrm>
          <a:prstGeom prst="rect">
            <a:avLst/>
          </a:prstGeom>
          <a:noFill/>
          <a:ln>
            <a:noFill/>
          </a:ln>
        </p:spPr>
        <p:txBody>
          <a:bodyPr anchorCtr="0" anchor="b" bIns="91425" lIns="109725" spcFirstLastPara="1" rIns="109725" wrap="square" tIns="109725">
            <a:noAutofit/>
          </a:bodyPr>
          <a:lstStyle>
            <a:lvl1pPr indent="0" lvl="0" marL="0" marR="0" algn="r">
              <a:lnSpc>
                <a:spcPct val="100000"/>
              </a:lnSpc>
              <a:spcBef>
                <a:spcPts val="0"/>
              </a:spcBef>
              <a:spcAft>
                <a:spcPts val="0"/>
              </a:spcAft>
              <a:buClr>
                <a:srgbClr val="000000"/>
              </a:buClr>
              <a:buSzPts val="1600"/>
              <a:buFont typeface="Arial"/>
              <a:buNone/>
              <a:defRPr b="1" i="0" sz="1600" u="none" cap="none" strike="noStrike">
                <a:solidFill>
                  <a:srgbClr val="3F3F3F"/>
                </a:solidFill>
                <a:latin typeface="Meiryo"/>
                <a:ea typeface="Meiryo"/>
                <a:cs typeface="Meiryo"/>
                <a:sym typeface="Meiryo"/>
              </a:defRPr>
            </a:lvl1pPr>
            <a:lvl2pPr indent="0" lvl="1" marL="0" marR="0" algn="r">
              <a:lnSpc>
                <a:spcPct val="100000"/>
              </a:lnSpc>
              <a:spcBef>
                <a:spcPts val="0"/>
              </a:spcBef>
              <a:spcAft>
                <a:spcPts val="0"/>
              </a:spcAft>
              <a:buClr>
                <a:srgbClr val="000000"/>
              </a:buClr>
              <a:buSzPts val="1600"/>
              <a:buFont typeface="Arial"/>
              <a:buNone/>
              <a:defRPr b="1" i="0" sz="1600" u="none" cap="none" strike="noStrike">
                <a:solidFill>
                  <a:srgbClr val="3F3F3F"/>
                </a:solidFill>
                <a:latin typeface="Meiryo"/>
                <a:ea typeface="Meiryo"/>
                <a:cs typeface="Meiryo"/>
                <a:sym typeface="Meiryo"/>
              </a:defRPr>
            </a:lvl2pPr>
            <a:lvl3pPr indent="0" lvl="2" marL="0" marR="0" algn="r">
              <a:lnSpc>
                <a:spcPct val="100000"/>
              </a:lnSpc>
              <a:spcBef>
                <a:spcPts val="0"/>
              </a:spcBef>
              <a:spcAft>
                <a:spcPts val="0"/>
              </a:spcAft>
              <a:buClr>
                <a:srgbClr val="000000"/>
              </a:buClr>
              <a:buSzPts val="1600"/>
              <a:buFont typeface="Arial"/>
              <a:buNone/>
              <a:defRPr b="1" i="0" sz="1600" u="none" cap="none" strike="noStrike">
                <a:solidFill>
                  <a:srgbClr val="3F3F3F"/>
                </a:solidFill>
                <a:latin typeface="Meiryo"/>
                <a:ea typeface="Meiryo"/>
                <a:cs typeface="Meiryo"/>
                <a:sym typeface="Meiryo"/>
              </a:defRPr>
            </a:lvl3pPr>
            <a:lvl4pPr indent="0" lvl="3" marL="0" marR="0" algn="r">
              <a:lnSpc>
                <a:spcPct val="100000"/>
              </a:lnSpc>
              <a:spcBef>
                <a:spcPts val="0"/>
              </a:spcBef>
              <a:spcAft>
                <a:spcPts val="0"/>
              </a:spcAft>
              <a:buClr>
                <a:srgbClr val="000000"/>
              </a:buClr>
              <a:buSzPts val="1600"/>
              <a:buFont typeface="Arial"/>
              <a:buNone/>
              <a:defRPr b="1" i="0" sz="1600" u="none" cap="none" strike="noStrike">
                <a:solidFill>
                  <a:srgbClr val="3F3F3F"/>
                </a:solidFill>
                <a:latin typeface="Meiryo"/>
                <a:ea typeface="Meiryo"/>
                <a:cs typeface="Meiryo"/>
                <a:sym typeface="Meiryo"/>
              </a:defRPr>
            </a:lvl4pPr>
            <a:lvl5pPr indent="0" lvl="4" marL="0" marR="0" algn="r">
              <a:lnSpc>
                <a:spcPct val="100000"/>
              </a:lnSpc>
              <a:spcBef>
                <a:spcPts val="0"/>
              </a:spcBef>
              <a:spcAft>
                <a:spcPts val="0"/>
              </a:spcAft>
              <a:buClr>
                <a:srgbClr val="000000"/>
              </a:buClr>
              <a:buSzPts val="1600"/>
              <a:buFont typeface="Arial"/>
              <a:buNone/>
              <a:defRPr b="1" i="0" sz="1600" u="none" cap="none" strike="noStrike">
                <a:solidFill>
                  <a:srgbClr val="3F3F3F"/>
                </a:solidFill>
                <a:latin typeface="Meiryo"/>
                <a:ea typeface="Meiryo"/>
                <a:cs typeface="Meiryo"/>
                <a:sym typeface="Meiryo"/>
              </a:defRPr>
            </a:lvl5pPr>
            <a:lvl6pPr indent="0" lvl="5" marL="0" marR="0" algn="r">
              <a:lnSpc>
                <a:spcPct val="100000"/>
              </a:lnSpc>
              <a:spcBef>
                <a:spcPts val="0"/>
              </a:spcBef>
              <a:spcAft>
                <a:spcPts val="0"/>
              </a:spcAft>
              <a:buClr>
                <a:srgbClr val="000000"/>
              </a:buClr>
              <a:buSzPts val="1600"/>
              <a:buFont typeface="Arial"/>
              <a:buNone/>
              <a:defRPr b="1" i="0" sz="1600" u="none" cap="none" strike="noStrike">
                <a:solidFill>
                  <a:srgbClr val="3F3F3F"/>
                </a:solidFill>
                <a:latin typeface="Meiryo"/>
                <a:ea typeface="Meiryo"/>
                <a:cs typeface="Meiryo"/>
                <a:sym typeface="Meiryo"/>
              </a:defRPr>
            </a:lvl6pPr>
            <a:lvl7pPr indent="0" lvl="6" marL="0" marR="0" algn="r">
              <a:lnSpc>
                <a:spcPct val="100000"/>
              </a:lnSpc>
              <a:spcBef>
                <a:spcPts val="0"/>
              </a:spcBef>
              <a:spcAft>
                <a:spcPts val="0"/>
              </a:spcAft>
              <a:buClr>
                <a:srgbClr val="000000"/>
              </a:buClr>
              <a:buSzPts val="1600"/>
              <a:buFont typeface="Arial"/>
              <a:buNone/>
              <a:defRPr b="1" i="0" sz="1600" u="none" cap="none" strike="noStrike">
                <a:solidFill>
                  <a:srgbClr val="3F3F3F"/>
                </a:solidFill>
                <a:latin typeface="Meiryo"/>
                <a:ea typeface="Meiryo"/>
                <a:cs typeface="Meiryo"/>
                <a:sym typeface="Meiryo"/>
              </a:defRPr>
            </a:lvl7pPr>
            <a:lvl8pPr indent="0" lvl="7" marL="0" marR="0" algn="r">
              <a:lnSpc>
                <a:spcPct val="100000"/>
              </a:lnSpc>
              <a:spcBef>
                <a:spcPts val="0"/>
              </a:spcBef>
              <a:spcAft>
                <a:spcPts val="0"/>
              </a:spcAft>
              <a:buClr>
                <a:srgbClr val="000000"/>
              </a:buClr>
              <a:buSzPts val="1600"/>
              <a:buFont typeface="Arial"/>
              <a:buNone/>
              <a:defRPr b="1" i="0" sz="1600" u="none" cap="none" strike="noStrike">
                <a:solidFill>
                  <a:srgbClr val="3F3F3F"/>
                </a:solidFill>
                <a:latin typeface="Meiryo"/>
                <a:ea typeface="Meiryo"/>
                <a:cs typeface="Meiryo"/>
                <a:sym typeface="Meiryo"/>
              </a:defRPr>
            </a:lvl8pPr>
            <a:lvl9pPr indent="0" lvl="8" marL="0" marR="0" algn="r">
              <a:lnSpc>
                <a:spcPct val="100000"/>
              </a:lnSpc>
              <a:spcBef>
                <a:spcPts val="0"/>
              </a:spcBef>
              <a:spcAft>
                <a:spcPts val="0"/>
              </a:spcAft>
              <a:buClr>
                <a:srgbClr val="000000"/>
              </a:buClr>
              <a:buSzPts val="1600"/>
              <a:buFont typeface="Arial"/>
              <a:buNone/>
              <a:defRPr b="1" i="0" sz="1600" u="none" cap="none" strike="noStrike">
                <a:solidFill>
                  <a:srgbClr val="3F3F3F"/>
                </a:solidFill>
                <a:latin typeface="Meiryo"/>
                <a:ea typeface="Meiryo"/>
                <a:cs typeface="Meiryo"/>
                <a:sym typeface="Meiryo"/>
              </a:defRPr>
            </a:lvl9pPr>
          </a:lstStyle>
          <a:p>
            <a:pPr indent="0" lvl="0" marL="0" rtl="0" algn="r">
              <a:spcBef>
                <a:spcPts val="0"/>
              </a:spcBef>
              <a:spcAft>
                <a:spcPts val="0"/>
              </a:spcAft>
              <a:buNone/>
            </a:pPr>
            <a:fld id="{00000000-1234-1234-1234-123412341234}" type="slidenum">
              <a:rPr lang="en-IN"/>
              <a:t>‹#›</a:t>
            </a:fld>
            <a:endParaRPr/>
          </a:p>
        </p:txBody>
      </p:sp>
      <p:sp>
        <p:nvSpPr>
          <p:cNvPr id="51" name="Google Shape;51;p35"/>
          <p:cNvSpPr/>
          <p:nvPr/>
        </p:nvSpPr>
        <p:spPr>
          <a:xfrm rot="10800000">
            <a:off x="4693920" y="3396997"/>
            <a:ext cx="7498080" cy="64008"/>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Meiryo"/>
              <a:ea typeface="Meiryo"/>
              <a:cs typeface="Meiryo"/>
              <a:sym typeface="Meiryo"/>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p:cSld name="Comparison">
    <p:spTree>
      <p:nvGrpSpPr>
        <p:cNvPr id="52" name="Shape 52"/>
        <p:cNvGrpSpPr/>
        <p:nvPr/>
      </p:nvGrpSpPr>
      <p:grpSpPr>
        <a:xfrm>
          <a:off x="0" y="0"/>
          <a:ext cx="0" cy="0"/>
          <a:chOff x="0" y="0"/>
          <a:chExt cx="0" cy="0"/>
        </a:xfrm>
      </p:grpSpPr>
      <p:sp>
        <p:nvSpPr>
          <p:cNvPr id="53" name="Google Shape;53;p36"/>
          <p:cNvSpPr txBox="1"/>
          <p:nvPr>
            <p:ph idx="1" type="body"/>
          </p:nvPr>
        </p:nvSpPr>
        <p:spPr>
          <a:xfrm>
            <a:off x="5376667" y="658999"/>
            <a:ext cx="6166422" cy="457200"/>
          </a:xfrm>
          <a:prstGeom prst="rect">
            <a:avLst/>
          </a:prstGeom>
          <a:noFill/>
          <a:ln>
            <a:noFill/>
          </a:ln>
        </p:spPr>
        <p:txBody>
          <a:bodyPr anchorCtr="0" anchor="b" bIns="91425" lIns="109725" spcFirstLastPara="1" rIns="109725" wrap="square" tIns="109725">
            <a:normAutofit/>
          </a:bodyPr>
          <a:lstStyle>
            <a:lvl1pPr indent="-228600" lvl="0" marL="457200" algn="l">
              <a:lnSpc>
                <a:spcPct val="130000"/>
              </a:lnSpc>
              <a:spcBef>
                <a:spcPts val="930"/>
              </a:spcBef>
              <a:spcAft>
                <a:spcPts val="0"/>
              </a:spcAft>
              <a:buClr>
                <a:schemeClr val="accent1"/>
              </a:buClr>
              <a:buSzPts val="1800"/>
              <a:buNone/>
              <a:defRPr b="1" sz="1800" cap="none">
                <a:solidFill>
                  <a:schemeClr val="accent1"/>
                </a:solidFill>
              </a:defRPr>
            </a:lvl1pPr>
            <a:lvl2pPr indent="-228600" lvl="1" marL="914400" algn="l">
              <a:lnSpc>
                <a:spcPct val="140000"/>
              </a:lnSpc>
              <a:spcBef>
                <a:spcPts val="930"/>
              </a:spcBef>
              <a:spcAft>
                <a:spcPts val="0"/>
              </a:spcAft>
              <a:buClr>
                <a:srgbClr val="3F3F3F"/>
              </a:buClr>
              <a:buSzPts val="2000"/>
              <a:buNone/>
              <a:defRPr b="1" sz="2000"/>
            </a:lvl2pPr>
            <a:lvl3pPr indent="-228600" lvl="2" marL="1371600" algn="l">
              <a:lnSpc>
                <a:spcPct val="140000"/>
              </a:lnSpc>
              <a:spcBef>
                <a:spcPts val="930"/>
              </a:spcBef>
              <a:spcAft>
                <a:spcPts val="0"/>
              </a:spcAft>
              <a:buClr>
                <a:srgbClr val="3F3F3F"/>
              </a:buClr>
              <a:buSzPts val="1800"/>
              <a:buNone/>
              <a:defRPr b="1" sz="1800"/>
            </a:lvl3pPr>
            <a:lvl4pPr indent="-228600" lvl="3" marL="1828800" algn="l">
              <a:lnSpc>
                <a:spcPct val="140000"/>
              </a:lnSpc>
              <a:spcBef>
                <a:spcPts val="930"/>
              </a:spcBef>
              <a:spcAft>
                <a:spcPts val="0"/>
              </a:spcAft>
              <a:buClr>
                <a:srgbClr val="3F3F3F"/>
              </a:buClr>
              <a:buSzPts val="1600"/>
              <a:buNone/>
              <a:defRPr b="1" sz="1600"/>
            </a:lvl4pPr>
            <a:lvl5pPr indent="-228600" lvl="4" marL="2286000" algn="l">
              <a:lnSpc>
                <a:spcPct val="140000"/>
              </a:lnSpc>
              <a:spcBef>
                <a:spcPts val="930"/>
              </a:spcBef>
              <a:spcAft>
                <a:spcPts val="0"/>
              </a:spcAft>
              <a:buClr>
                <a:srgbClr val="3F3F3F"/>
              </a:buClr>
              <a:buSzPts val="1600"/>
              <a:buNone/>
              <a:defRPr b="1" sz="1600"/>
            </a:lvl5pPr>
            <a:lvl6pPr indent="-228600" lvl="5" marL="2743200" algn="l">
              <a:lnSpc>
                <a:spcPct val="111000"/>
              </a:lnSpc>
              <a:spcBef>
                <a:spcPts val="930"/>
              </a:spcBef>
              <a:spcAft>
                <a:spcPts val="0"/>
              </a:spcAft>
              <a:buClr>
                <a:srgbClr val="657C95"/>
              </a:buClr>
              <a:buSzPts val="1600"/>
              <a:buNone/>
              <a:defRPr b="1" sz="1600"/>
            </a:lvl6pPr>
            <a:lvl7pPr indent="-228600" lvl="6" marL="3200400" algn="l">
              <a:lnSpc>
                <a:spcPct val="111000"/>
              </a:lnSpc>
              <a:spcBef>
                <a:spcPts val="930"/>
              </a:spcBef>
              <a:spcAft>
                <a:spcPts val="0"/>
              </a:spcAft>
              <a:buClr>
                <a:srgbClr val="657C95"/>
              </a:buClr>
              <a:buSzPts val="1600"/>
              <a:buNone/>
              <a:defRPr b="1" sz="1600"/>
            </a:lvl7pPr>
            <a:lvl8pPr indent="-228600" lvl="7" marL="3657600" algn="l">
              <a:lnSpc>
                <a:spcPct val="111000"/>
              </a:lnSpc>
              <a:spcBef>
                <a:spcPts val="930"/>
              </a:spcBef>
              <a:spcAft>
                <a:spcPts val="0"/>
              </a:spcAft>
              <a:buClr>
                <a:srgbClr val="657C95"/>
              </a:buClr>
              <a:buSzPts val="1600"/>
              <a:buNone/>
              <a:defRPr b="1" sz="1600"/>
            </a:lvl8pPr>
            <a:lvl9pPr indent="-228600" lvl="8" marL="4114800" algn="l">
              <a:lnSpc>
                <a:spcPct val="111000"/>
              </a:lnSpc>
              <a:spcBef>
                <a:spcPts val="930"/>
              </a:spcBef>
              <a:spcAft>
                <a:spcPts val="0"/>
              </a:spcAft>
              <a:buClr>
                <a:srgbClr val="657C95"/>
              </a:buClr>
              <a:buSzPts val="1600"/>
              <a:buNone/>
              <a:defRPr b="1" sz="1600"/>
            </a:lvl9pPr>
          </a:lstStyle>
          <a:p/>
        </p:txBody>
      </p:sp>
      <p:sp>
        <p:nvSpPr>
          <p:cNvPr id="54" name="Google Shape;54;p36"/>
          <p:cNvSpPr txBox="1"/>
          <p:nvPr>
            <p:ph idx="2" type="body"/>
          </p:nvPr>
        </p:nvSpPr>
        <p:spPr>
          <a:xfrm>
            <a:off x="5376668" y="1116199"/>
            <a:ext cx="6166422" cy="2062129"/>
          </a:xfrm>
          <a:prstGeom prst="rect">
            <a:avLst/>
          </a:prstGeom>
          <a:noFill/>
          <a:ln>
            <a:noFill/>
          </a:ln>
        </p:spPr>
        <p:txBody>
          <a:bodyPr anchorCtr="0" anchor="ctr" bIns="91425" lIns="109725" spcFirstLastPara="1" rIns="109725" wrap="square" tIns="109725">
            <a:normAutofit/>
          </a:bodyPr>
          <a:lstStyle>
            <a:lvl1pPr indent="-228600" lvl="0" marL="457200" algn="l">
              <a:lnSpc>
                <a:spcPct val="140000"/>
              </a:lnSpc>
              <a:spcBef>
                <a:spcPts val="930"/>
              </a:spcBef>
              <a:spcAft>
                <a:spcPts val="0"/>
              </a:spcAft>
              <a:buClr>
                <a:srgbClr val="3F3F3F"/>
              </a:buClr>
              <a:buSzPts val="1800"/>
              <a:buNone/>
              <a:defRPr/>
            </a:lvl1pPr>
            <a:lvl2pPr indent="-228600" lvl="1" marL="914400" algn="l">
              <a:lnSpc>
                <a:spcPct val="140000"/>
              </a:lnSpc>
              <a:spcBef>
                <a:spcPts val="930"/>
              </a:spcBef>
              <a:spcAft>
                <a:spcPts val="0"/>
              </a:spcAft>
              <a:buClr>
                <a:srgbClr val="3F3F3F"/>
              </a:buClr>
              <a:buSzPts val="1800"/>
              <a:buNone/>
              <a:defRPr/>
            </a:lvl2pPr>
            <a:lvl3pPr indent="-342900" lvl="2" marL="1371600" algn="l">
              <a:lnSpc>
                <a:spcPct val="140000"/>
              </a:lnSpc>
              <a:spcBef>
                <a:spcPts val="930"/>
              </a:spcBef>
              <a:spcAft>
                <a:spcPts val="0"/>
              </a:spcAft>
              <a:buClr>
                <a:srgbClr val="3F3F3F"/>
              </a:buClr>
              <a:buSzPts val="1800"/>
              <a:buChar char="–"/>
              <a:defRPr/>
            </a:lvl3pPr>
            <a:lvl4pPr indent="-342900" lvl="3" marL="1828800" algn="l">
              <a:lnSpc>
                <a:spcPct val="140000"/>
              </a:lnSpc>
              <a:spcBef>
                <a:spcPts val="930"/>
              </a:spcBef>
              <a:spcAft>
                <a:spcPts val="0"/>
              </a:spcAft>
              <a:buClr>
                <a:srgbClr val="3F3F3F"/>
              </a:buClr>
              <a:buSzPts val="1800"/>
              <a:buChar char="–"/>
              <a:defRPr/>
            </a:lvl4pPr>
            <a:lvl5pPr indent="-342900" lvl="4" marL="2286000" algn="l">
              <a:lnSpc>
                <a:spcPct val="140000"/>
              </a:lnSpc>
              <a:spcBef>
                <a:spcPts val="930"/>
              </a:spcBef>
              <a:spcAft>
                <a:spcPts val="0"/>
              </a:spcAft>
              <a:buClr>
                <a:srgbClr val="3F3F3F"/>
              </a:buClr>
              <a:buSzPts val="1800"/>
              <a:buChar char="–"/>
              <a:defRPr/>
            </a:lvl5pPr>
            <a:lvl6pPr indent="-342900" lvl="5" marL="2743200" algn="l">
              <a:lnSpc>
                <a:spcPct val="111000"/>
              </a:lnSpc>
              <a:spcBef>
                <a:spcPts val="930"/>
              </a:spcBef>
              <a:spcAft>
                <a:spcPts val="0"/>
              </a:spcAft>
              <a:buClr>
                <a:srgbClr val="657C95"/>
              </a:buClr>
              <a:buSzPts val="1800"/>
              <a:buChar char="–"/>
              <a:defRPr/>
            </a:lvl6pPr>
            <a:lvl7pPr indent="-342900" lvl="6" marL="3200400" algn="l">
              <a:lnSpc>
                <a:spcPct val="111000"/>
              </a:lnSpc>
              <a:spcBef>
                <a:spcPts val="930"/>
              </a:spcBef>
              <a:spcAft>
                <a:spcPts val="0"/>
              </a:spcAft>
              <a:buClr>
                <a:srgbClr val="657C95"/>
              </a:buClr>
              <a:buSzPts val="1800"/>
              <a:buChar char="–"/>
              <a:defRPr/>
            </a:lvl7pPr>
            <a:lvl8pPr indent="-342900" lvl="7" marL="3657600" algn="l">
              <a:lnSpc>
                <a:spcPct val="111000"/>
              </a:lnSpc>
              <a:spcBef>
                <a:spcPts val="930"/>
              </a:spcBef>
              <a:spcAft>
                <a:spcPts val="0"/>
              </a:spcAft>
              <a:buClr>
                <a:srgbClr val="657C95"/>
              </a:buClr>
              <a:buSzPts val="1800"/>
              <a:buChar char="–"/>
              <a:defRPr/>
            </a:lvl8pPr>
            <a:lvl9pPr indent="-342900" lvl="8" marL="4114800" algn="l">
              <a:lnSpc>
                <a:spcPct val="111000"/>
              </a:lnSpc>
              <a:spcBef>
                <a:spcPts val="930"/>
              </a:spcBef>
              <a:spcAft>
                <a:spcPts val="0"/>
              </a:spcAft>
              <a:buClr>
                <a:srgbClr val="657C95"/>
              </a:buClr>
              <a:buSzPts val="1800"/>
              <a:buChar char="–"/>
              <a:defRPr/>
            </a:lvl9pPr>
          </a:lstStyle>
          <a:p/>
        </p:txBody>
      </p:sp>
      <p:sp>
        <p:nvSpPr>
          <p:cNvPr id="55" name="Google Shape;55;p36"/>
          <p:cNvSpPr txBox="1"/>
          <p:nvPr>
            <p:ph idx="3" type="body"/>
          </p:nvPr>
        </p:nvSpPr>
        <p:spPr>
          <a:xfrm>
            <a:off x="5376668" y="3623098"/>
            <a:ext cx="6166421" cy="457200"/>
          </a:xfrm>
          <a:prstGeom prst="rect">
            <a:avLst/>
          </a:prstGeom>
          <a:noFill/>
          <a:ln>
            <a:noFill/>
          </a:ln>
        </p:spPr>
        <p:txBody>
          <a:bodyPr anchorCtr="0" anchor="b" bIns="91425" lIns="109725" spcFirstLastPara="1" rIns="109725" wrap="square" tIns="109725">
            <a:normAutofit/>
          </a:bodyPr>
          <a:lstStyle>
            <a:lvl1pPr indent="-228600" lvl="0" marL="457200" algn="l">
              <a:lnSpc>
                <a:spcPct val="99000"/>
              </a:lnSpc>
              <a:spcBef>
                <a:spcPts val="930"/>
              </a:spcBef>
              <a:spcAft>
                <a:spcPts val="0"/>
              </a:spcAft>
              <a:buClr>
                <a:schemeClr val="accent1"/>
              </a:buClr>
              <a:buSzPts val="1800"/>
              <a:buNone/>
              <a:defRPr b="1" sz="1800" cap="none">
                <a:solidFill>
                  <a:schemeClr val="accent1"/>
                </a:solidFill>
                <a:latin typeface="Meiryo"/>
                <a:ea typeface="Meiryo"/>
                <a:cs typeface="Meiryo"/>
                <a:sym typeface="Meiryo"/>
              </a:defRPr>
            </a:lvl1pPr>
            <a:lvl2pPr indent="-228600" lvl="1" marL="914400" algn="l">
              <a:lnSpc>
                <a:spcPct val="140000"/>
              </a:lnSpc>
              <a:spcBef>
                <a:spcPts val="930"/>
              </a:spcBef>
              <a:spcAft>
                <a:spcPts val="0"/>
              </a:spcAft>
              <a:buClr>
                <a:srgbClr val="3F3F3F"/>
              </a:buClr>
              <a:buSzPts val="2000"/>
              <a:buNone/>
              <a:defRPr b="1" sz="2000"/>
            </a:lvl2pPr>
            <a:lvl3pPr indent="-228600" lvl="2" marL="1371600" algn="l">
              <a:lnSpc>
                <a:spcPct val="140000"/>
              </a:lnSpc>
              <a:spcBef>
                <a:spcPts val="930"/>
              </a:spcBef>
              <a:spcAft>
                <a:spcPts val="0"/>
              </a:spcAft>
              <a:buClr>
                <a:srgbClr val="3F3F3F"/>
              </a:buClr>
              <a:buSzPts val="1800"/>
              <a:buNone/>
              <a:defRPr b="1" sz="1800"/>
            </a:lvl3pPr>
            <a:lvl4pPr indent="-228600" lvl="3" marL="1828800" algn="l">
              <a:lnSpc>
                <a:spcPct val="140000"/>
              </a:lnSpc>
              <a:spcBef>
                <a:spcPts val="930"/>
              </a:spcBef>
              <a:spcAft>
                <a:spcPts val="0"/>
              </a:spcAft>
              <a:buClr>
                <a:srgbClr val="3F3F3F"/>
              </a:buClr>
              <a:buSzPts val="1600"/>
              <a:buNone/>
              <a:defRPr b="1" sz="1600"/>
            </a:lvl4pPr>
            <a:lvl5pPr indent="-228600" lvl="4" marL="2286000" algn="l">
              <a:lnSpc>
                <a:spcPct val="140000"/>
              </a:lnSpc>
              <a:spcBef>
                <a:spcPts val="930"/>
              </a:spcBef>
              <a:spcAft>
                <a:spcPts val="0"/>
              </a:spcAft>
              <a:buClr>
                <a:srgbClr val="3F3F3F"/>
              </a:buClr>
              <a:buSzPts val="1600"/>
              <a:buNone/>
              <a:defRPr b="1" sz="1600"/>
            </a:lvl5pPr>
            <a:lvl6pPr indent="-228600" lvl="5" marL="2743200" algn="l">
              <a:lnSpc>
                <a:spcPct val="111000"/>
              </a:lnSpc>
              <a:spcBef>
                <a:spcPts val="930"/>
              </a:spcBef>
              <a:spcAft>
                <a:spcPts val="0"/>
              </a:spcAft>
              <a:buClr>
                <a:srgbClr val="657C95"/>
              </a:buClr>
              <a:buSzPts val="1600"/>
              <a:buNone/>
              <a:defRPr b="1" sz="1600"/>
            </a:lvl6pPr>
            <a:lvl7pPr indent="-228600" lvl="6" marL="3200400" algn="l">
              <a:lnSpc>
                <a:spcPct val="111000"/>
              </a:lnSpc>
              <a:spcBef>
                <a:spcPts val="930"/>
              </a:spcBef>
              <a:spcAft>
                <a:spcPts val="0"/>
              </a:spcAft>
              <a:buClr>
                <a:srgbClr val="657C95"/>
              </a:buClr>
              <a:buSzPts val="1600"/>
              <a:buNone/>
              <a:defRPr b="1" sz="1600"/>
            </a:lvl7pPr>
            <a:lvl8pPr indent="-228600" lvl="7" marL="3657600" algn="l">
              <a:lnSpc>
                <a:spcPct val="111000"/>
              </a:lnSpc>
              <a:spcBef>
                <a:spcPts val="930"/>
              </a:spcBef>
              <a:spcAft>
                <a:spcPts val="0"/>
              </a:spcAft>
              <a:buClr>
                <a:srgbClr val="657C95"/>
              </a:buClr>
              <a:buSzPts val="1600"/>
              <a:buNone/>
              <a:defRPr b="1" sz="1600"/>
            </a:lvl8pPr>
            <a:lvl9pPr indent="-228600" lvl="8" marL="4114800" algn="l">
              <a:lnSpc>
                <a:spcPct val="111000"/>
              </a:lnSpc>
              <a:spcBef>
                <a:spcPts val="930"/>
              </a:spcBef>
              <a:spcAft>
                <a:spcPts val="0"/>
              </a:spcAft>
              <a:buClr>
                <a:srgbClr val="657C95"/>
              </a:buClr>
              <a:buSzPts val="1600"/>
              <a:buNone/>
              <a:defRPr b="1" sz="1600"/>
            </a:lvl9pPr>
          </a:lstStyle>
          <a:p/>
        </p:txBody>
      </p:sp>
      <p:sp>
        <p:nvSpPr>
          <p:cNvPr id="56" name="Google Shape;56;p36"/>
          <p:cNvSpPr txBox="1"/>
          <p:nvPr>
            <p:ph idx="4" type="body"/>
          </p:nvPr>
        </p:nvSpPr>
        <p:spPr>
          <a:xfrm>
            <a:off x="5376670" y="4102370"/>
            <a:ext cx="6166419" cy="2066544"/>
          </a:xfrm>
          <a:prstGeom prst="rect">
            <a:avLst/>
          </a:prstGeom>
          <a:noFill/>
          <a:ln>
            <a:noFill/>
          </a:ln>
        </p:spPr>
        <p:txBody>
          <a:bodyPr anchorCtr="0" anchor="ctr" bIns="91425" lIns="109725" spcFirstLastPara="1" rIns="109725" wrap="square" tIns="109725">
            <a:normAutofit/>
          </a:bodyPr>
          <a:lstStyle>
            <a:lvl1pPr indent="-228600" lvl="0" marL="457200" algn="l">
              <a:lnSpc>
                <a:spcPct val="140000"/>
              </a:lnSpc>
              <a:spcBef>
                <a:spcPts val="930"/>
              </a:spcBef>
              <a:spcAft>
                <a:spcPts val="0"/>
              </a:spcAft>
              <a:buClr>
                <a:srgbClr val="3F3F3F"/>
              </a:buClr>
              <a:buSzPts val="1800"/>
              <a:buNone/>
              <a:defRPr/>
            </a:lvl1pPr>
            <a:lvl2pPr indent="-228600" lvl="1" marL="914400" algn="l">
              <a:lnSpc>
                <a:spcPct val="140000"/>
              </a:lnSpc>
              <a:spcBef>
                <a:spcPts val="930"/>
              </a:spcBef>
              <a:spcAft>
                <a:spcPts val="0"/>
              </a:spcAft>
              <a:buClr>
                <a:srgbClr val="3F3F3F"/>
              </a:buClr>
              <a:buSzPts val="1800"/>
              <a:buNone/>
              <a:defRPr/>
            </a:lvl2pPr>
            <a:lvl3pPr indent="-342900" lvl="2" marL="1371600" algn="l">
              <a:lnSpc>
                <a:spcPct val="140000"/>
              </a:lnSpc>
              <a:spcBef>
                <a:spcPts val="930"/>
              </a:spcBef>
              <a:spcAft>
                <a:spcPts val="0"/>
              </a:spcAft>
              <a:buClr>
                <a:srgbClr val="3F3F3F"/>
              </a:buClr>
              <a:buSzPts val="1800"/>
              <a:buChar char="–"/>
              <a:defRPr/>
            </a:lvl3pPr>
            <a:lvl4pPr indent="-342900" lvl="3" marL="1828800" algn="l">
              <a:lnSpc>
                <a:spcPct val="140000"/>
              </a:lnSpc>
              <a:spcBef>
                <a:spcPts val="930"/>
              </a:spcBef>
              <a:spcAft>
                <a:spcPts val="0"/>
              </a:spcAft>
              <a:buClr>
                <a:srgbClr val="3F3F3F"/>
              </a:buClr>
              <a:buSzPts val="1800"/>
              <a:buChar char="–"/>
              <a:defRPr/>
            </a:lvl4pPr>
            <a:lvl5pPr indent="-342900" lvl="4" marL="2286000" algn="l">
              <a:lnSpc>
                <a:spcPct val="140000"/>
              </a:lnSpc>
              <a:spcBef>
                <a:spcPts val="930"/>
              </a:spcBef>
              <a:spcAft>
                <a:spcPts val="0"/>
              </a:spcAft>
              <a:buClr>
                <a:srgbClr val="3F3F3F"/>
              </a:buClr>
              <a:buSzPts val="1800"/>
              <a:buChar char="–"/>
              <a:defRPr/>
            </a:lvl5pPr>
            <a:lvl6pPr indent="-342900" lvl="5" marL="2743200" algn="l">
              <a:lnSpc>
                <a:spcPct val="111000"/>
              </a:lnSpc>
              <a:spcBef>
                <a:spcPts val="930"/>
              </a:spcBef>
              <a:spcAft>
                <a:spcPts val="0"/>
              </a:spcAft>
              <a:buClr>
                <a:srgbClr val="657C95"/>
              </a:buClr>
              <a:buSzPts val="1800"/>
              <a:buChar char="–"/>
              <a:defRPr/>
            </a:lvl6pPr>
            <a:lvl7pPr indent="-342900" lvl="6" marL="3200400" algn="l">
              <a:lnSpc>
                <a:spcPct val="111000"/>
              </a:lnSpc>
              <a:spcBef>
                <a:spcPts val="930"/>
              </a:spcBef>
              <a:spcAft>
                <a:spcPts val="0"/>
              </a:spcAft>
              <a:buClr>
                <a:srgbClr val="657C95"/>
              </a:buClr>
              <a:buSzPts val="1800"/>
              <a:buChar char="–"/>
              <a:defRPr/>
            </a:lvl7pPr>
            <a:lvl8pPr indent="-342900" lvl="7" marL="3657600" algn="l">
              <a:lnSpc>
                <a:spcPct val="111000"/>
              </a:lnSpc>
              <a:spcBef>
                <a:spcPts val="930"/>
              </a:spcBef>
              <a:spcAft>
                <a:spcPts val="0"/>
              </a:spcAft>
              <a:buClr>
                <a:srgbClr val="657C95"/>
              </a:buClr>
              <a:buSzPts val="1800"/>
              <a:buChar char="–"/>
              <a:defRPr/>
            </a:lvl8pPr>
            <a:lvl9pPr indent="-342900" lvl="8" marL="4114800" algn="l">
              <a:lnSpc>
                <a:spcPct val="111000"/>
              </a:lnSpc>
              <a:spcBef>
                <a:spcPts val="930"/>
              </a:spcBef>
              <a:spcAft>
                <a:spcPts val="0"/>
              </a:spcAft>
              <a:buClr>
                <a:srgbClr val="657C95"/>
              </a:buClr>
              <a:buSzPts val="1800"/>
              <a:buChar char="–"/>
              <a:defRPr/>
            </a:lvl9pPr>
          </a:lstStyle>
          <a:p/>
        </p:txBody>
      </p:sp>
      <p:sp>
        <p:nvSpPr>
          <p:cNvPr id="57" name="Google Shape;57;p36"/>
          <p:cNvSpPr txBox="1"/>
          <p:nvPr>
            <p:ph idx="10" type="dt"/>
          </p:nvPr>
        </p:nvSpPr>
        <p:spPr>
          <a:xfrm>
            <a:off x="642917" y="6309360"/>
            <a:ext cx="3411973" cy="457200"/>
          </a:xfrm>
          <a:prstGeom prst="rect">
            <a:avLst/>
          </a:prstGeom>
          <a:noFill/>
          <a:ln>
            <a:noFill/>
          </a:ln>
        </p:spPr>
        <p:txBody>
          <a:bodyPr anchorCtr="0" anchor="ctr" bIns="91425" lIns="109725" spcFirstLastPara="1" rIns="109725" wrap="square" tIns="109725">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8" name="Google Shape;58;p36"/>
          <p:cNvSpPr txBox="1"/>
          <p:nvPr>
            <p:ph idx="11" type="ftr"/>
          </p:nvPr>
        </p:nvSpPr>
        <p:spPr>
          <a:xfrm>
            <a:off x="5376670" y="6309360"/>
            <a:ext cx="4946592" cy="457200"/>
          </a:xfrm>
          <a:prstGeom prst="rect">
            <a:avLst/>
          </a:prstGeom>
          <a:noFill/>
          <a:ln>
            <a:noFill/>
          </a:ln>
        </p:spPr>
        <p:txBody>
          <a:bodyPr anchorCtr="0" anchor="ctr" bIns="91425" lIns="109725" spcFirstLastPara="1" rIns="109725" wrap="square" tIns="109725">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9" name="Google Shape;59;p36"/>
          <p:cNvSpPr txBox="1"/>
          <p:nvPr>
            <p:ph idx="12" type="sldNum"/>
          </p:nvPr>
        </p:nvSpPr>
        <p:spPr>
          <a:xfrm>
            <a:off x="10569202" y="6309360"/>
            <a:ext cx="979879" cy="457200"/>
          </a:xfrm>
          <a:prstGeom prst="rect">
            <a:avLst/>
          </a:prstGeom>
          <a:noFill/>
          <a:ln>
            <a:noFill/>
          </a:ln>
        </p:spPr>
        <p:txBody>
          <a:bodyPr anchorCtr="0" anchor="b" bIns="91425" lIns="109725" spcFirstLastPara="1" rIns="109725" wrap="square" tIns="109725">
            <a:noAutofit/>
          </a:bodyPr>
          <a:lstStyle>
            <a:lvl1pPr indent="0" lvl="0" marL="0" marR="0" algn="r">
              <a:lnSpc>
                <a:spcPct val="100000"/>
              </a:lnSpc>
              <a:spcBef>
                <a:spcPts val="0"/>
              </a:spcBef>
              <a:spcAft>
                <a:spcPts val="0"/>
              </a:spcAft>
              <a:buClr>
                <a:srgbClr val="000000"/>
              </a:buClr>
              <a:buSzPts val="1600"/>
              <a:buFont typeface="Arial"/>
              <a:buNone/>
              <a:defRPr b="1" i="0" sz="1600" u="none" cap="none" strike="noStrike">
                <a:solidFill>
                  <a:srgbClr val="3F3F3F"/>
                </a:solidFill>
                <a:latin typeface="Meiryo"/>
                <a:ea typeface="Meiryo"/>
                <a:cs typeface="Meiryo"/>
                <a:sym typeface="Meiryo"/>
              </a:defRPr>
            </a:lvl1pPr>
            <a:lvl2pPr indent="0" lvl="1" marL="0" marR="0" algn="r">
              <a:lnSpc>
                <a:spcPct val="100000"/>
              </a:lnSpc>
              <a:spcBef>
                <a:spcPts val="0"/>
              </a:spcBef>
              <a:spcAft>
                <a:spcPts val="0"/>
              </a:spcAft>
              <a:buClr>
                <a:srgbClr val="000000"/>
              </a:buClr>
              <a:buSzPts val="1600"/>
              <a:buFont typeface="Arial"/>
              <a:buNone/>
              <a:defRPr b="1" i="0" sz="1600" u="none" cap="none" strike="noStrike">
                <a:solidFill>
                  <a:srgbClr val="3F3F3F"/>
                </a:solidFill>
                <a:latin typeface="Meiryo"/>
                <a:ea typeface="Meiryo"/>
                <a:cs typeface="Meiryo"/>
                <a:sym typeface="Meiryo"/>
              </a:defRPr>
            </a:lvl2pPr>
            <a:lvl3pPr indent="0" lvl="2" marL="0" marR="0" algn="r">
              <a:lnSpc>
                <a:spcPct val="100000"/>
              </a:lnSpc>
              <a:spcBef>
                <a:spcPts val="0"/>
              </a:spcBef>
              <a:spcAft>
                <a:spcPts val="0"/>
              </a:spcAft>
              <a:buClr>
                <a:srgbClr val="000000"/>
              </a:buClr>
              <a:buSzPts val="1600"/>
              <a:buFont typeface="Arial"/>
              <a:buNone/>
              <a:defRPr b="1" i="0" sz="1600" u="none" cap="none" strike="noStrike">
                <a:solidFill>
                  <a:srgbClr val="3F3F3F"/>
                </a:solidFill>
                <a:latin typeface="Meiryo"/>
                <a:ea typeface="Meiryo"/>
                <a:cs typeface="Meiryo"/>
                <a:sym typeface="Meiryo"/>
              </a:defRPr>
            </a:lvl3pPr>
            <a:lvl4pPr indent="0" lvl="3" marL="0" marR="0" algn="r">
              <a:lnSpc>
                <a:spcPct val="100000"/>
              </a:lnSpc>
              <a:spcBef>
                <a:spcPts val="0"/>
              </a:spcBef>
              <a:spcAft>
                <a:spcPts val="0"/>
              </a:spcAft>
              <a:buClr>
                <a:srgbClr val="000000"/>
              </a:buClr>
              <a:buSzPts val="1600"/>
              <a:buFont typeface="Arial"/>
              <a:buNone/>
              <a:defRPr b="1" i="0" sz="1600" u="none" cap="none" strike="noStrike">
                <a:solidFill>
                  <a:srgbClr val="3F3F3F"/>
                </a:solidFill>
                <a:latin typeface="Meiryo"/>
                <a:ea typeface="Meiryo"/>
                <a:cs typeface="Meiryo"/>
                <a:sym typeface="Meiryo"/>
              </a:defRPr>
            </a:lvl4pPr>
            <a:lvl5pPr indent="0" lvl="4" marL="0" marR="0" algn="r">
              <a:lnSpc>
                <a:spcPct val="100000"/>
              </a:lnSpc>
              <a:spcBef>
                <a:spcPts val="0"/>
              </a:spcBef>
              <a:spcAft>
                <a:spcPts val="0"/>
              </a:spcAft>
              <a:buClr>
                <a:srgbClr val="000000"/>
              </a:buClr>
              <a:buSzPts val="1600"/>
              <a:buFont typeface="Arial"/>
              <a:buNone/>
              <a:defRPr b="1" i="0" sz="1600" u="none" cap="none" strike="noStrike">
                <a:solidFill>
                  <a:srgbClr val="3F3F3F"/>
                </a:solidFill>
                <a:latin typeface="Meiryo"/>
                <a:ea typeface="Meiryo"/>
                <a:cs typeface="Meiryo"/>
                <a:sym typeface="Meiryo"/>
              </a:defRPr>
            </a:lvl5pPr>
            <a:lvl6pPr indent="0" lvl="5" marL="0" marR="0" algn="r">
              <a:lnSpc>
                <a:spcPct val="100000"/>
              </a:lnSpc>
              <a:spcBef>
                <a:spcPts val="0"/>
              </a:spcBef>
              <a:spcAft>
                <a:spcPts val="0"/>
              </a:spcAft>
              <a:buClr>
                <a:srgbClr val="000000"/>
              </a:buClr>
              <a:buSzPts val="1600"/>
              <a:buFont typeface="Arial"/>
              <a:buNone/>
              <a:defRPr b="1" i="0" sz="1600" u="none" cap="none" strike="noStrike">
                <a:solidFill>
                  <a:srgbClr val="3F3F3F"/>
                </a:solidFill>
                <a:latin typeface="Meiryo"/>
                <a:ea typeface="Meiryo"/>
                <a:cs typeface="Meiryo"/>
                <a:sym typeface="Meiryo"/>
              </a:defRPr>
            </a:lvl6pPr>
            <a:lvl7pPr indent="0" lvl="6" marL="0" marR="0" algn="r">
              <a:lnSpc>
                <a:spcPct val="100000"/>
              </a:lnSpc>
              <a:spcBef>
                <a:spcPts val="0"/>
              </a:spcBef>
              <a:spcAft>
                <a:spcPts val="0"/>
              </a:spcAft>
              <a:buClr>
                <a:srgbClr val="000000"/>
              </a:buClr>
              <a:buSzPts val="1600"/>
              <a:buFont typeface="Arial"/>
              <a:buNone/>
              <a:defRPr b="1" i="0" sz="1600" u="none" cap="none" strike="noStrike">
                <a:solidFill>
                  <a:srgbClr val="3F3F3F"/>
                </a:solidFill>
                <a:latin typeface="Meiryo"/>
                <a:ea typeface="Meiryo"/>
                <a:cs typeface="Meiryo"/>
                <a:sym typeface="Meiryo"/>
              </a:defRPr>
            </a:lvl7pPr>
            <a:lvl8pPr indent="0" lvl="7" marL="0" marR="0" algn="r">
              <a:lnSpc>
                <a:spcPct val="100000"/>
              </a:lnSpc>
              <a:spcBef>
                <a:spcPts val="0"/>
              </a:spcBef>
              <a:spcAft>
                <a:spcPts val="0"/>
              </a:spcAft>
              <a:buClr>
                <a:srgbClr val="000000"/>
              </a:buClr>
              <a:buSzPts val="1600"/>
              <a:buFont typeface="Arial"/>
              <a:buNone/>
              <a:defRPr b="1" i="0" sz="1600" u="none" cap="none" strike="noStrike">
                <a:solidFill>
                  <a:srgbClr val="3F3F3F"/>
                </a:solidFill>
                <a:latin typeface="Meiryo"/>
                <a:ea typeface="Meiryo"/>
                <a:cs typeface="Meiryo"/>
                <a:sym typeface="Meiryo"/>
              </a:defRPr>
            </a:lvl8pPr>
            <a:lvl9pPr indent="0" lvl="8" marL="0" marR="0" algn="r">
              <a:lnSpc>
                <a:spcPct val="100000"/>
              </a:lnSpc>
              <a:spcBef>
                <a:spcPts val="0"/>
              </a:spcBef>
              <a:spcAft>
                <a:spcPts val="0"/>
              </a:spcAft>
              <a:buClr>
                <a:srgbClr val="000000"/>
              </a:buClr>
              <a:buSzPts val="1600"/>
              <a:buFont typeface="Arial"/>
              <a:buNone/>
              <a:defRPr b="1" i="0" sz="1600" u="none" cap="none" strike="noStrike">
                <a:solidFill>
                  <a:srgbClr val="3F3F3F"/>
                </a:solidFill>
                <a:latin typeface="Meiryo"/>
                <a:ea typeface="Meiryo"/>
                <a:cs typeface="Meiryo"/>
                <a:sym typeface="Meiryo"/>
              </a:defRPr>
            </a:lvl9pPr>
          </a:lstStyle>
          <a:p>
            <a:pPr indent="0" lvl="0" marL="0" rtl="0" algn="r">
              <a:spcBef>
                <a:spcPts val="0"/>
              </a:spcBef>
              <a:spcAft>
                <a:spcPts val="0"/>
              </a:spcAft>
              <a:buNone/>
            </a:pPr>
            <a:fld id="{00000000-1234-1234-1234-123412341234}" type="slidenum">
              <a:rPr lang="en-IN"/>
              <a:t>‹#›</a:t>
            </a:fld>
            <a:endParaRPr/>
          </a:p>
        </p:txBody>
      </p:sp>
      <p:sp>
        <p:nvSpPr>
          <p:cNvPr id="60" name="Google Shape;60;p36"/>
          <p:cNvSpPr txBox="1"/>
          <p:nvPr>
            <p:ph type="title"/>
          </p:nvPr>
        </p:nvSpPr>
        <p:spPr>
          <a:xfrm>
            <a:off x="642918" y="705113"/>
            <a:ext cx="3411973" cy="5197498"/>
          </a:xfrm>
          <a:prstGeom prst="rect">
            <a:avLst/>
          </a:prstGeom>
          <a:noFill/>
          <a:ln>
            <a:noFill/>
          </a:ln>
        </p:spPr>
        <p:txBody>
          <a:bodyPr anchorCtr="0" anchor="ctr" bIns="91425" lIns="109725" spcFirstLastPara="1" rIns="109725" wrap="square" tIns="109725">
            <a:normAutofit/>
          </a:bodyPr>
          <a:lstStyle>
            <a:lvl1pPr lvl="0" algn="l">
              <a:lnSpc>
                <a:spcPct val="150000"/>
              </a:lnSpc>
              <a:spcBef>
                <a:spcPts val="0"/>
              </a:spcBef>
              <a:spcAft>
                <a:spcPts val="0"/>
              </a:spcAft>
              <a:buClr>
                <a:srgbClr val="3F3F3F"/>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1" name="Google Shape;61;p36"/>
          <p:cNvSpPr/>
          <p:nvPr/>
        </p:nvSpPr>
        <p:spPr>
          <a:xfrm rot="10800000">
            <a:off x="4693920" y="3396997"/>
            <a:ext cx="7498080" cy="64008"/>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Meiryo"/>
              <a:ea typeface="Meiryo"/>
              <a:cs typeface="Meiryo"/>
              <a:sym typeface="Meiryo"/>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62" name="Shape 62"/>
        <p:cNvGrpSpPr/>
        <p:nvPr/>
      </p:nvGrpSpPr>
      <p:grpSpPr>
        <a:xfrm>
          <a:off x="0" y="0"/>
          <a:ext cx="0" cy="0"/>
          <a:chOff x="0" y="0"/>
          <a:chExt cx="0" cy="0"/>
        </a:xfrm>
      </p:grpSpPr>
      <p:sp>
        <p:nvSpPr>
          <p:cNvPr id="63" name="Google Shape;63;p37"/>
          <p:cNvSpPr txBox="1"/>
          <p:nvPr>
            <p:ph type="title"/>
          </p:nvPr>
        </p:nvSpPr>
        <p:spPr>
          <a:xfrm>
            <a:off x="642918" y="705113"/>
            <a:ext cx="3411973" cy="5197498"/>
          </a:xfrm>
          <a:prstGeom prst="rect">
            <a:avLst/>
          </a:prstGeom>
          <a:noFill/>
          <a:ln>
            <a:noFill/>
          </a:ln>
        </p:spPr>
        <p:txBody>
          <a:bodyPr anchorCtr="0" anchor="ctr" bIns="91425" lIns="109725" spcFirstLastPara="1" rIns="109725" wrap="square" tIns="109725">
            <a:normAutofit/>
          </a:bodyPr>
          <a:lstStyle>
            <a:lvl1pPr lvl="0" algn="l">
              <a:lnSpc>
                <a:spcPct val="150000"/>
              </a:lnSpc>
              <a:spcBef>
                <a:spcPts val="0"/>
              </a:spcBef>
              <a:spcAft>
                <a:spcPts val="0"/>
              </a:spcAft>
              <a:buClr>
                <a:srgbClr val="3F3F3F"/>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37"/>
          <p:cNvSpPr txBox="1"/>
          <p:nvPr>
            <p:ph idx="10" type="dt"/>
          </p:nvPr>
        </p:nvSpPr>
        <p:spPr>
          <a:xfrm>
            <a:off x="642917" y="6309360"/>
            <a:ext cx="3411973" cy="457200"/>
          </a:xfrm>
          <a:prstGeom prst="rect">
            <a:avLst/>
          </a:prstGeom>
          <a:noFill/>
          <a:ln>
            <a:noFill/>
          </a:ln>
        </p:spPr>
        <p:txBody>
          <a:bodyPr anchorCtr="0" anchor="ctr" bIns="91425" lIns="109725" spcFirstLastPara="1" rIns="109725" wrap="square" tIns="109725">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5" name="Google Shape;65;p37"/>
          <p:cNvSpPr txBox="1"/>
          <p:nvPr>
            <p:ph idx="11" type="ftr"/>
          </p:nvPr>
        </p:nvSpPr>
        <p:spPr>
          <a:xfrm>
            <a:off x="5376670" y="6309360"/>
            <a:ext cx="4946592" cy="457200"/>
          </a:xfrm>
          <a:prstGeom prst="rect">
            <a:avLst/>
          </a:prstGeom>
          <a:noFill/>
          <a:ln>
            <a:noFill/>
          </a:ln>
        </p:spPr>
        <p:txBody>
          <a:bodyPr anchorCtr="0" anchor="ctr" bIns="91425" lIns="109725" spcFirstLastPara="1" rIns="109725" wrap="square" tIns="109725">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 name="Google Shape;66;p37"/>
          <p:cNvSpPr txBox="1"/>
          <p:nvPr>
            <p:ph idx="12" type="sldNum"/>
          </p:nvPr>
        </p:nvSpPr>
        <p:spPr>
          <a:xfrm>
            <a:off x="10569202" y="6309360"/>
            <a:ext cx="979879" cy="457200"/>
          </a:xfrm>
          <a:prstGeom prst="rect">
            <a:avLst/>
          </a:prstGeom>
          <a:noFill/>
          <a:ln>
            <a:noFill/>
          </a:ln>
        </p:spPr>
        <p:txBody>
          <a:bodyPr anchorCtr="0" anchor="b" bIns="91425" lIns="109725" spcFirstLastPara="1" rIns="109725" wrap="square" tIns="109725">
            <a:noAutofit/>
          </a:bodyPr>
          <a:lstStyle>
            <a:lvl1pPr indent="0" lvl="0" marL="0" marR="0" algn="r">
              <a:lnSpc>
                <a:spcPct val="100000"/>
              </a:lnSpc>
              <a:spcBef>
                <a:spcPts val="0"/>
              </a:spcBef>
              <a:spcAft>
                <a:spcPts val="0"/>
              </a:spcAft>
              <a:buClr>
                <a:srgbClr val="000000"/>
              </a:buClr>
              <a:buSzPts val="1600"/>
              <a:buFont typeface="Arial"/>
              <a:buNone/>
              <a:defRPr b="1" i="0" sz="1600" u="none" cap="none" strike="noStrike">
                <a:solidFill>
                  <a:srgbClr val="3F3F3F"/>
                </a:solidFill>
                <a:latin typeface="Meiryo"/>
                <a:ea typeface="Meiryo"/>
                <a:cs typeface="Meiryo"/>
                <a:sym typeface="Meiryo"/>
              </a:defRPr>
            </a:lvl1pPr>
            <a:lvl2pPr indent="0" lvl="1" marL="0" marR="0" algn="r">
              <a:lnSpc>
                <a:spcPct val="100000"/>
              </a:lnSpc>
              <a:spcBef>
                <a:spcPts val="0"/>
              </a:spcBef>
              <a:spcAft>
                <a:spcPts val="0"/>
              </a:spcAft>
              <a:buClr>
                <a:srgbClr val="000000"/>
              </a:buClr>
              <a:buSzPts val="1600"/>
              <a:buFont typeface="Arial"/>
              <a:buNone/>
              <a:defRPr b="1" i="0" sz="1600" u="none" cap="none" strike="noStrike">
                <a:solidFill>
                  <a:srgbClr val="3F3F3F"/>
                </a:solidFill>
                <a:latin typeface="Meiryo"/>
                <a:ea typeface="Meiryo"/>
                <a:cs typeface="Meiryo"/>
                <a:sym typeface="Meiryo"/>
              </a:defRPr>
            </a:lvl2pPr>
            <a:lvl3pPr indent="0" lvl="2" marL="0" marR="0" algn="r">
              <a:lnSpc>
                <a:spcPct val="100000"/>
              </a:lnSpc>
              <a:spcBef>
                <a:spcPts val="0"/>
              </a:spcBef>
              <a:spcAft>
                <a:spcPts val="0"/>
              </a:spcAft>
              <a:buClr>
                <a:srgbClr val="000000"/>
              </a:buClr>
              <a:buSzPts val="1600"/>
              <a:buFont typeface="Arial"/>
              <a:buNone/>
              <a:defRPr b="1" i="0" sz="1600" u="none" cap="none" strike="noStrike">
                <a:solidFill>
                  <a:srgbClr val="3F3F3F"/>
                </a:solidFill>
                <a:latin typeface="Meiryo"/>
                <a:ea typeface="Meiryo"/>
                <a:cs typeface="Meiryo"/>
                <a:sym typeface="Meiryo"/>
              </a:defRPr>
            </a:lvl3pPr>
            <a:lvl4pPr indent="0" lvl="3" marL="0" marR="0" algn="r">
              <a:lnSpc>
                <a:spcPct val="100000"/>
              </a:lnSpc>
              <a:spcBef>
                <a:spcPts val="0"/>
              </a:spcBef>
              <a:spcAft>
                <a:spcPts val="0"/>
              </a:spcAft>
              <a:buClr>
                <a:srgbClr val="000000"/>
              </a:buClr>
              <a:buSzPts val="1600"/>
              <a:buFont typeface="Arial"/>
              <a:buNone/>
              <a:defRPr b="1" i="0" sz="1600" u="none" cap="none" strike="noStrike">
                <a:solidFill>
                  <a:srgbClr val="3F3F3F"/>
                </a:solidFill>
                <a:latin typeface="Meiryo"/>
                <a:ea typeface="Meiryo"/>
                <a:cs typeface="Meiryo"/>
                <a:sym typeface="Meiryo"/>
              </a:defRPr>
            </a:lvl4pPr>
            <a:lvl5pPr indent="0" lvl="4" marL="0" marR="0" algn="r">
              <a:lnSpc>
                <a:spcPct val="100000"/>
              </a:lnSpc>
              <a:spcBef>
                <a:spcPts val="0"/>
              </a:spcBef>
              <a:spcAft>
                <a:spcPts val="0"/>
              </a:spcAft>
              <a:buClr>
                <a:srgbClr val="000000"/>
              </a:buClr>
              <a:buSzPts val="1600"/>
              <a:buFont typeface="Arial"/>
              <a:buNone/>
              <a:defRPr b="1" i="0" sz="1600" u="none" cap="none" strike="noStrike">
                <a:solidFill>
                  <a:srgbClr val="3F3F3F"/>
                </a:solidFill>
                <a:latin typeface="Meiryo"/>
                <a:ea typeface="Meiryo"/>
                <a:cs typeface="Meiryo"/>
                <a:sym typeface="Meiryo"/>
              </a:defRPr>
            </a:lvl5pPr>
            <a:lvl6pPr indent="0" lvl="5" marL="0" marR="0" algn="r">
              <a:lnSpc>
                <a:spcPct val="100000"/>
              </a:lnSpc>
              <a:spcBef>
                <a:spcPts val="0"/>
              </a:spcBef>
              <a:spcAft>
                <a:spcPts val="0"/>
              </a:spcAft>
              <a:buClr>
                <a:srgbClr val="000000"/>
              </a:buClr>
              <a:buSzPts val="1600"/>
              <a:buFont typeface="Arial"/>
              <a:buNone/>
              <a:defRPr b="1" i="0" sz="1600" u="none" cap="none" strike="noStrike">
                <a:solidFill>
                  <a:srgbClr val="3F3F3F"/>
                </a:solidFill>
                <a:latin typeface="Meiryo"/>
                <a:ea typeface="Meiryo"/>
                <a:cs typeface="Meiryo"/>
                <a:sym typeface="Meiryo"/>
              </a:defRPr>
            </a:lvl6pPr>
            <a:lvl7pPr indent="0" lvl="6" marL="0" marR="0" algn="r">
              <a:lnSpc>
                <a:spcPct val="100000"/>
              </a:lnSpc>
              <a:spcBef>
                <a:spcPts val="0"/>
              </a:spcBef>
              <a:spcAft>
                <a:spcPts val="0"/>
              </a:spcAft>
              <a:buClr>
                <a:srgbClr val="000000"/>
              </a:buClr>
              <a:buSzPts val="1600"/>
              <a:buFont typeface="Arial"/>
              <a:buNone/>
              <a:defRPr b="1" i="0" sz="1600" u="none" cap="none" strike="noStrike">
                <a:solidFill>
                  <a:srgbClr val="3F3F3F"/>
                </a:solidFill>
                <a:latin typeface="Meiryo"/>
                <a:ea typeface="Meiryo"/>
                <a:cs typeface="Meiryo"/>
                <a:sym typeface="Meiryo"/>
              </a:defRPr>
            </a:lvl7pPr>
            <a:lvl8pPr indent="0" lvl="7" marL="0" marR="0" algn="r">
              <a:lnSpc>
                <a:spcPct val="100000"/>
              </a:lnSpc>
              <a:spcBef>
                <a:spcPts val="0"/>
              </a:spcBef>
              <a:spcAft>
                <a:spcPts val="0"/>
              </a:spcAft>
              <a:buClr>
                <a:srgbClr val="000000"/>
              </a:buClr>
              <a:buSzPts val="1600"/>
              <a:buFont typeface="Arial"/>
              <a:buNone/>
              <a:defRPr b="1" i="0" sz="1600" u="none" cap="none" strike="noStrike">
                <a:solidFill>
                  <a:srgbClr val="3F3F3F"/>
                </a:solidFill>
                <a:latin typeface="Meiryo"/>
                <a:ea typeface="Meiryo"/>
                <a:cs typeface="Meiryo"/>
                <a:sym typeface="Meiryo"/>
              </a:defRPr>
            </a:lvl8pPr>
            <a:lvl9pPr indent="0" lvl="8" marL="0" marR="0" algn="r">
              <a:lnSpc>
                <a:spcPct val="100000"/>
              </a:lnSpc>
              <a:spcBef>
                <a:spcPts val="0"/>
              </a:spcBef>
              <a:spcAft>
                <a:spcPts val="0"/>
              </a:spcAft>
              <a:buClr>
                <a:srgbClr val="000000"/>
              </a:buClr>
              <a:buSzPts val="1600"/>
              <a:buFont typeface="Arial"/>
              <a:buNone/>
              <a:defRPr b="1" i="0" sz="1600" u="none" cap="none" strike="noStrike">
                <a:solidFill>
                  <a:srgbClr val="3F3F3F"/>
                </a:solidFill>
                <a:latin typeface="Meiryo"/>
                <a:ea typeface="Meiryo"/>
                <a:cs typeface="Meiryo"/>
                <a:sym typeface="Meiryo"/>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showMasterSp="0" type="objTx">
  <p:cSld name="OBJECT_WITH_CAPTION_TEXT">
    <p:spTree>
      <p:nvGrpSpPr>
        <p:cNvPr id="67" name="Shape 67"/>
        <p:cNvGrpSpPr/>
        <p:nvPr/>
      </p:nvGrpSpPr>
      <p:grpSpPr>
        <a:xfrm>
          <a:off x="0" y="0"/>
          <a:ext cx="0" cy="0"/>
          <a:chOff x="0" y="0"/>
          <a:chExt cx="0" cy="0"/>
        </a:xfrm>
      </p:grpSpPr>
      <p:sp>
        <p:nvSpPr>
          <p:cNvPr id="68" name="Google Shape;68;p38"/>
          <p:cNvSpPr/>
          <p:nvPr/>
        </p:nvSpPr>
        <p:spPr>
          <a:xfrm>
            <a:off x="0" y="0"/>
            <a:ext cx="8248592" cy="6858000"/>
          </a:xfrm>
          <a:prstGeom prst="rect">
            <a:avLst/>
          </a:prstGeom>
          <a:solidFill>
            <a:schemeClr val="lt1">
              <a:alpha val="74510"/>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Meiryo"/>
              <a:ea typeface="Meiryo"/>
              <a:cs typeface="Meiryo"/>
              <a:sym typeface="Meiryo"/>
            </a:endParaRPr>
          </a:p>
        </p:txBody>
      </p:sp>
      <p:sp>
        <p:nvSpPr>
          <p:cNvPr id="69" name="Google Shape;69;p38"/>
          <p:cNvSpPr txBox="1"/>
          <p:nvPr>
            <p:ph type="title"/>
          </p:nvPr>
        </p:nvSpPr>
        <p:spPr>
          <a:xfrm>
            <a:off x="8753015" y="640079"/>
            <a:ext cx="2796066" cy="2551751"/>
          </a:xfrm>
          <a:prstGeom prst="rect">
            <a:avLst/>
          </a:prstGeom>
          <a:noFill/>
          <a:ln>
            <a:noFill/>
          </a:ln>
        </p:spPr>
        <p:txBody>
          <a:bodyPr anchorCtr="0" anchor="b" bIns="91425" lIns="109725" spcFirstLastPara="1" rIns="109725" wrap="square" tIns="109725">
            <a:normAutofit/>
          </a:bodyPr>
          <a:lstStyle>
            <a:lvl1pPr lvl="0" algn="l">
              <a:lnSpc>
                <a:spcPct val="135000"/>
              </a:lnSpc>
              <a:spcBef>
                <a:spcPts val="0"/>
              </a:spcBef>
              <a:spcAft>
                <a:spcPts val="0"/>
              </a:spcAft>
              <a:buClr>
                <a:srgbClr val="3F3F3F"/>
              </a:buClr>
              <a:buSzPts val="3200"/>
              <a:buFont typeface="Meiryo"/>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38"/>
          <p:cNvSpPr txBox="1"/>
          <p:nvPr>
            <p:ph idx="1" type="body"/>
          </p:nvPr>
        </p:nvSpPr>
        <p:spPr>
          <a:xfrm>
            <a:off x="638818" y="640078"/>
            <a:ext cx="6969693" cy="5455921"/>
          </a:xfrm>
          <a:prstGeom prst="rect">
            <a:avLst/>
          </a:prstGeom>
          <a:noFill/>
          <a:ln>
            <a:noFill/>
          </a:ln>
        </p:spPr>
        <p:txBody>
          <a:bodyPr anchorCtr="0" anchor="ctr" bIns="91425" lIns="109725" spcFirstLastPara="1" rIns="109725" wrap="square" tIns="109725">
            <a:normAutofit/>
          </a:bodyPr>
          <a:lstStyle>
            <a:lvl1pPr indent="-228600" lvl="0" marL="457200" algn="l">
              <a:lnSpc>
                <a:spcPct val="140000"/>
              </a:lnSpc>
              <a:spcBef>
                <a:spcPts val="930"/>
              </a:spcBef>
              <a:spcAft>
                <a:spcPts val="0"/>
              </a:spcAft>
              <a:buClr>
                <a:srgbClr val="3F3F3F"/>
              </a:buClr>
              <a:buSzPts val="2000"/>
              <a:buNone/>
              <a:defRPr sz="2000"/>
            </a:lvl1pPr>
            <a:lvl2pPr indent="-228600" lvl="1" marL="914400" algn="l">
              <a:lnSpc>
                <a:spcPct val="140000"/>
              </a:lnSpc>
              <a:spcBef>
                <a:spcPts val="930"/>
              </a:spcBef>
              <a:spcAft>
                <a:spcPts val="0"/>
              </a:spcAft>
              <a:buClr>
                <a:srgbClr val="3F3F3F"/>
              </a:buClr>
              <a:buSzPts val="1800"/>
              <a:buNone/>
              <a:defRPr sz="1800"/>
            </a:lvl2pPr>
            <a:lvl3pPr indent="-330200" lvl="2" marL="1371600" algn="l">
              <a:lnSpc>
                <a:spcPct val="140000"/>
              </a:lnSpc>
              <a:spcBef>
                <a:spcPts val="930"/>
              </a:spcBef>
              <a:spcAft>
                <a:spcPts val="0"/>
              </a:spcAft>
              <a:buClr>
                <a:srgbClr val="3F3F3F"/>
              </a:buClr>
              <a:buSzPts val="1600"/>
              <a:buChar char="–"/>
              <a:defRPr sz="1600"/>
            </a:lvl3pPr>
            <a:lvl4pPr indent="-317500" lvl="3" marL="1828800" algn="l">
              <a:lnSpc>
                <a:spcPct val="140000"/>
              </a:lnSpc>
              <a:spcBef>
                <a:spcPts val="930"/>
              </a:spcBef>
              <a:spcAft>
                <a:spcPts val="0"/>
              </a:spcAft>
              <a:buClr>
                <a:srgbClr val="3F3F3F"/>
              </a:buClr>
              <a:buSzPts val="1400"/>
              <a:buChar char="–"/>
              <a:defRPr sz="1400"/>
            </a:lvl4pPr>
            <a:lvl5pPr indent="-317500" lvl="4" marL="2286000" algn="l">
              <a:lnSpc>
                <a:spcPct val="140000"/>
              </a:lnSpc>
              <a:spcBef>
                <a:spcPts val="930"/>
              </a:spcBef>
              <a:spcAft>
                <a:spcPts val="0"/>
              </a:spcAft>
              <a:buClr>
                <a:srgbClr val="3F3F3F"/>
              </a:buClr>
              <a:buSzPts val="1400"/>
              <a:buChar char="–"/>
              <a:defRPr sz="1400"/>
            </a:lvl5pPr>
            <a:lvl6pPr indent="-317500" lvl="5" marL="2743200" algn="l">
              <a:lnSpc>
                <a:spcPct val="111000"/>
              </a:lnSpc>
              <a:spcBef>
                <a:spcPts val="930"/>
              </a:spcBef>
              <a:spcAft>
                <a:spcPts val="0"/>
              </a:spcAft>
              <a:buClr>
                <a:srgbClr val="657C95"/>
              </a:buClr>
              <a:buSzPts val="1400"/>
              <a:buChar char="–"/>
              <a:defRPr sz="1400"/>
            </a:lvl6pPr>
            <a:lvl7pPr indent="-317500" lvl="6" marL="3200400" algn="l">
              <a:lnSpc>
                <a:spcPct val="111000"/>
              </a:lnSpc>
              <a:spcBef>
                <a:spcPts val="930"/>
              </a:spcBef>
              <a:spcAft>
                <a:spcPts val="0"/>
              </a:spcAft>
              <a:buClr>
                <a:srgbClr val="657C95"/>
              </a:buClr>
              <a:buSzPts val="1400"/>
              <a:buChar char="–"/>
              <a:defRPr sz="1400"/>
            </a:lvl7pPr>
            <a:lvl8pPr indent="-317500" lvl="7" marL="3657600" algn="l">
              <a:lnSpc>
                <a:spcPct val="111000"/>
              </a:lnSpc>
              <a:spcBef>
                <a:spcPts val="930"/>
              </a:spcBef>
              <a:spcAft>
                <a:spcPts val="0"/>
              </a:spcAft>
              <a:buClr>
                <a:srgbClr val="657C95"/>
              </a:buClr>
              <a:buSzPts val="1400"/>
              <a:buChar char="–"/>
              <a:defRPr sz="1400"/>
            </a:lvl8pPr>
            <a:lvl9pPr indent="-317500" lvl="8" marL="4114800" algn="l">
              <a:lnSpc>
                <a:spcPct val="111000"/>
              </a:lnSpc>
              <a:spcBef>
                <a:spcPts val="930"/>
              </a:spcBef>
              <a:spcAft>
                <a:spcPts val="0"/>
              </a:spcAft>
              <a:buClr>
                <a:srgbClr val="657C95"/>
              </a:buClr>
              <a:buSzPts val="1400"/>
              <a:buChar char="–"/>
              <a:defRPr sz="1400"/>
            </a:lvl9pPr>
          </a:lstStyle>
          <a:p/>
        </p:txBody>
      </p:sp>
      <p:sp>
        <p:nvSpPr>
          <p:cNvPr id="71" name="Google Shape;71;p38"/>
          <p:cNvSpPr txBox="1"/>
          <p:nvPr>
            <p:ph idx="2" type="body"/>
          </p:nvPr>
        </p:nvSpPr>
        <p:spPr>
          <a:xfrm>
            <a:off x="8753015" y="3223803"/>
            <a:ext cx="2796066" cy="2872197"/>
          </a:xfrm>
          <a:prstGeom prst="rect">
            <a:avLst/>
          </a:prstGeom>
          <a:noFill/>
          <a:ln>
            <a:noFill/>
          </a:ln>
        </p:spPr>
        <p:txBody>
          <a:bodyPr anchorCtr="0" anchor="t" bIns="91425" lIns="109725" spcFirstLastPara="1" rIns="109725" wrap="square" tIns="109725">
            <a:normAutofit/>
          </a:bodyPr>
          <a:lstStyle>
            <a:lvl1pPr indent="-228600" lvl="0" marL="457200" algn="l">
              <a:lnSpc>
                <a:spcPct val="140000"/>
              </a:lnSpc>
              <a:spcBef>
                <a:spcPts val="1400"/>
              </a:spcBef>
              <a:spcAft>
                <a:spcPts val="0"/>
              </a:spcAft>
              <a:buClr>
                <a:srgbClr val="3F3F3F"/>
              </a:buClr>
              <a:buSzPts val="1800"/>
              <a:buNone/>
              <a:defRPr b="0" sz="1800"/>
            </a:lvl1pPr>
            <a:lvl2pPr indent="-228600" lvl="1" marL="914400" algn="l">
              <a:lnSpc>
                <a:spcPct val="140000"/>
              </a:lnSpc>
              <a:spcBef>
                <a:spcPts val="930"/>
              </a:spcBef>
              <a:spcAft>
                <a:spcPts val="0"/>
              </a:spcAft>
              <a:buClr>
                <a:srgbClr val="3F3F3F"/>
              </a:buClr>
              <a:buSzPts val="1400"/>
              <a:buNone/>
              <a:defRPr sz="1400"/>
            </a:lvl2pPr>
            <a:lvl3pPr indent="-228600" lvl="2" marL="1371600" algn="l">
              <a:lnSpc>
                <a:spcPct val="140000"/>
              </a:lnSpc>
              <a:spcBef>
                <a:spcPts val="930"/>
              </a:spcBef>
              <a:spcAft>
                <a:spcPts val="0"/>
              </a:spcAft>
              <a:buClr>
                <a:srgbClr val="3F3F3F"/>
              </a:buClr>
              <a:buSzPts val="1200"/>
              <a:buNone/>
              <a:defRPr sz="1200"/>
            </a:lvl3pPr>
            <a:lvl4pPr indent="-228600" lvl="3" marL="1828800" algn="l">
              <a:lnSpc>
                <a:spcPct val="140000"/>
              </a:lnSpc>
              <a:spcBef>
                <a:spcPts val="930"/>
              </a:spcBef>
              <a:spcAft>
                <a:spcPts val="0"/>
              </a:spcAft>
              <a:buClr>
                <a:srgbClr val="3F3F3F"/>
              </a:buClr>
              <a:buSzPts val="1000"/>
              <a:buNone/>
              <a:defRPr sz="1000"/>
            </a:lvl4pPr>
            <a:lvl5pPr indent="-228600" lvl="4" marL="2286000" algn="l">
              <a:lnSpc>
                <a:spcPct val="140000"/>
              </a:lnSpc>
              <a:spcBef>
                <a:spcPts val="930"/>
              </a:spcBef>
              <a:spcAft>
                <a:spcPts val="0"/>
              </a:spcAft>
              <a:buClr>
                <a:srgbClr val="3F3F3F"/>
              </a:buClr>
              <a:buSzPts val="1000"/>
              <a:buNone/>
              <a:defRPr sz="1000"/>
            </a:lvl5pPr>
            <a:lvl6pPr indent="-228600" lvl="5" marL="2743200" algn="l">
              <a:lnSpc>
                <a:spcPct val="111000"/>
              </a:lnSpc>
              <a:spcBef>
                <a:spcPts val="930"/>
              </a:spcBef>
              <a:spcAft>
                <a:spcPts val="0"/>
              </a:spcAft>
              <a:buClr>
                <a:srgbClr val="657C95"/>
              </a:buClr>
              <a:buSzPts val="1000"/>
              <a:buNone/>
              <a:defRPr sz="1000"/>
            </a:lvl6pPr>
            <a:lvl7pPr indent="-228600" lvl="6" marL="3200400" algn="l">
              <a:lnSpc>
                <a:spcPct val="111000"/>
              </a:lnSpc>
              <a:spcBef>
                <a:spcPts val="930"/>
              </a:spcBef>
              <a:spcAft>
                <a:spcPts val="0"/>
              </a:spcAft>
              <a:buClr>
                <a:srgbClr val="657C95"/>
              </a:buClr>
              <a:buSzPts val="1000"/>
              <a:buNone/>
              <a:defRPr sz="1000"/>
            </a:lvl7pPr>
            <a:lvl8pPr indent="-228600" lvl="7" marL="3657600" algn="l">
              <a:lnSpc>
                <a:spcPct val="111000"/>
              </a:lnSpc>
              <a:spcBef>
                <a:spcPts val="930"/>
              </a:spcBef>
              <a:spcAft>
                <a:spcPts val="0"/>
              </a:spcAft>
              <a:buClr>
                <a:srgbClr val="657C95"/>
              </a:buClr>
              <a:buSzPts val="1000"/>
              <a:buNone/>
              <a:defRPr sz="1000"/>
            </a:lvl8pPr>
            <a:lvl9pPr indent="-228600" lvl="8" marL="4114800" algn="l">
              <a:lnSpc>
                <a:spcPct val="111000"/>
              </a:lnSpc>
              <a:spcBef>
                <a:spcPts val="930"/>
              </a:spcBef>
              <a:spcAft>
                <a:spcPts val="0"/>
              </a:spcAft>
              <a:buClr>
                <a:srgbClr val="657C95"/>
              </a:buClr>
              <a:buSzPts val="1000"/>
              <a:buNone/>
              <a:defRPr sz="1000"/>
            </a:lvl9pPr>
          </a:lstStyle>
          <a:p/>
        </p:txBody>
      </p:sp>
      <p:sp>
        <p:nvSpPr>
          <p:cNvPr id="72" name="Google Shape;72;p38"/>
          <p:cNvSpPr/>
          <p:nvPr/>
        </p:nvSpPr>
        <p:spPr>
          <a:xfrm rot="5400000">
            <a:off x="4851595" y="3396997"/>
            <a:ext cx="6858002" cy="64008"/>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Meiryo"/>
              <a:ea typeface="Meiryo"/>
              <a:cs typeface="Meiryo"/>
              <a:sym typeface="Meiryo"/>
            </a:endParaRPr>
          </a:p>
        </p:txBody>
      </p:sp>
      <p:sp>
        <p:nvSpPr>
          <p:cNvPr id="73" name="Google Shape;73;p38"/>
          <p:cNvSpPr txBox="1"/>
          <p:nvPr>
            <p:ph idx="10" type="dt"/>
          </p:nvPr>
        </p:nvSpPr>
        <p:spPr>
          <a:xfrm>
            <a:off x="8753015" y="6309360"/>
            <a:ext cx="1734207" cy="457200"/>
          </a:xfrm>
          <a:prstGeom prst="rect">
            <a:avLst/>
          </a:prstGeom>
          <a:noFill/>
          <a:ln>
            <a:noFill/>
          </a:ln>
        </p:spPr>
        <p:txBody>
          <a:bodyPr anchorCtr="0" anchor="ctr" bIns="91425" lIns="109725" spcFirstLastPara="1" rIns="109725" wrap="square" tIns="109725">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38"/>
          <p:cNvSpPr txBox="1"/>
          <p:nvPr>
            <p:ph idx="11" type="ftr"/>
          </p:nvPr>
        </p:nvSpPr>
        <p:spPr>
          <a:xfrm>
            <a:off x="638818" y="6309360"/>
            <a:ext cx="6993867" cy="457200"/>
          </a:xfrm>
          <a:prstGeom prst="rect">
            <a:avLst/>
          </a:prstGeom>
          <a:noFill/>
          <a:ln>
            <a:noFill/>
          </a:ln>
        </p:spPr>
        <p:txBody>
          <a:bodyPr anchorCtr="0" anchor="ctr" bIns="91425" lIns="109725" spcFirstLastPara="1" rIns="109725" wrap="square" tIns="109725">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5" name="Google Shape;75;p38"/>
          <p:cNvSpPr txBox="1"/>
          <p:nvPr>
            <p:ph idx="12" type="sldNum"/>
          </p:nvPr>
        </p:nvSpPr>
        <p:spPr>
          <a:xfrm>
            <a:off x="10569202" y="6309360"/>
            <a:ext cx="979879" cy="457200"/>
          </a:xfrm>
          <a:prstGeom prst="rect">
            <a:avLst/>
          </a:prstGeom>
          <a:noFill/>
          <a:ln>
            <a:noFill/>
          </a:ln>
        </p:spPr>
        <p:txBody>
          <a:bodyPr anchorCtr="0" anchor="b" bIns="91425" lIns="109725" spcFirstLastPara="1" rIns="109725" wrap="square" tIns="109725">
            <a:noAutofit/>
          </a:bodyPr>
          <a:lstStyle>
            <a:lvl1pPr indent="0" lvl="0" marL="0" marR="0" algn="r">
              <a:lnSpc>
                <a:spcPct val="100000"/>
              </a:lnSpc>
              <a:spcBef>
                <a:spcPts val="0"/>
              </a:spcBef>
              <a:spcAft>
                <a:spcPts val="0"/>
              </a:spcAft>
              <a:buClr>
                <a:srgbClr val="000000"/>
              </a:buClr>
              <a:buSzPts val="1600"/>
              <a:buFont typeface="Arial"/>
              <a:buNone/>
              <a:defRPr b="1" i="0" sz="1600" u="none" cap="none" strike="noStrike">
                <a:solidFill>
                  <a:srgbClr val="3F3F3F"/>
                </a:solidFill>
                <a:latin typeface="Meiryo"/>
                <a:ea typeface="Meiryo"/>
                <a:cs typeface="Meiryo"/>
                <a:sym typeface="Meiryo"/>
              </a:defRPr>
            </a:lvl1pPr>
            <a:lvl2pPr indent="0" lvl="1" marL="0" marR="0" algn="r">
              <a:lnSpc>
                <a:spcPct val="100000"/>
              </a:lnSpc>
              <a:spcBef>
                <a:spcPts val="0"/>
              </a:spcBef>
              <a:spcAft>
                <a:spcPts val="0"/>
              </a:spcAft>
              <a:buClr>
                <a:srgbClr val="000000"/>
              </a:buClr>
              <a:buSzPts val="1600"/>
              <a:buFont typeface="Arial"/>
              <a:buNone/>
              <a:defRPr b="1" i="0" sz="1600" u="none" cap="none" strike="noStrike">
                <a:solidFill>
                  <a:srgbClr val="3F3F3F"/>
                </a:solidFill>
                <a:latin typeface="Meiryo"/>
                <a:ea typeface="Meiryo"/>
                <a:cs typeface="Meiryo"/>
                <a:sym typeface="Meiryo"/>
              </a:defRPr>
            </a:lvl2pPr>
            <a:lvl3pPr indent="0" lvl="2" marL="0" marR="0" algn="r">
              <a:lnSpc>
                <a:spcPct val="100000"/>
              </a:lnSpc>
              <a:spcBef>
                <a:spcPts val="0"/>
              </a:spcBef>
              <a:spcAft>
                <a:spcPts val="0"/>
              </a:spcAft>
              <a:buClr>
                <a:srgbClr val="000000"/>
              </a:buClr>
              <a:buSzPts val="1600"/>
              <a:buFont typeface="Arial"/>
              <a:buNone/>
              <a:defRPr b="1" i="0" sz="1600" u="none" cap="none" strike="noStrike">
                <a:solidFill>
                  <a:srgbClr val="3F3F3F"/>
                </a:solidFill>
                <a:latin typeface="Meiryo"/>
                <a:ea typeface="Meiryo"/>
                <a:cs typeface="Meiryo"/>
                <a:sym typeface="Meiryo"/>
              </a:defRPr>
            </a:lvl3pPr>
            <a:lvl4pPr indent="0" lvl="3" marL="0" marR="0" algn="r">
              <a:lnSpc>
                <a:spcPct val="100000"/>
              </a:lnSpc>
              <a:spcBef>
                <a:spcPts val="0"/>
              </a:spcBef>
              <a:spcAft>
                <a:spcPts val="0"/>
              </a:spcAft>
              <a:buClr>
                <a:srgbClr val="000000"/>
              </a:buClr>
              <a:buSzPts val="1600"/>
              <a:buFont typeface="Arial"/>
              <a:buNone/>
              <a:defRPr b="1" i="0" sz="1600" u="none" cap="none" strike="noStrike">
                <a:solidFill>
                  <a:srgbClr val="3F3F3F"/>
                </a:solidFill>
                <a:latin typeface="Meiryo"/>
                <a:ea typeface="Meiryo"/>
                <a:cs typeface="Meiryo"/>
                <a:sym typeface="Meiryo"/>
              </a:defRPr>
            </a:lvl4pPr>
            <a:lvl5pPr indent="0" lvl="4" marL="0" marR="0" algn="r">
              <a:lnSpc>
                <a:spcPct val="100000"/>
              </a:lnSpc>
              <a:spcBef>
                <a:spcPts val="0"/>
              </a:spcBef>
              <a:spcAft>
                <a:spcPts val="0"/>
              </a:spcAft>
              <a:buClr>
                <a:srgbClr val="000000"/>
              </a:buClr>
              <a:buSzPts val="1600"/>
              <a:buFont typeface="Arial"/>
              <a:buNone/>
              <a:defRPr b="1" i="0" sz="1600" u="none" cap="none" strike="noStrike">
                <a:solidFill>
                  <a:srgbClr val="3F3F3F"/>
                </a:solidFill>
                <a:latin typeface="Meiryo"/>
                <a:ea typeface="Meiryo"/>
                <a:cs typeface="Meiryo"/>
                <a:sym typeface="Meiryo"/>
              </a:defRPr>
            </a:lvl5pPr>
            <a:lvl6pPr indent="0" lvl="5" marL="0" marR="0" algn="r">
              <a:lnSpc>
                <a:spcPct val="100000"/>
              </a:lnSpc>
              <a:spcBef>
                <a:spcPts val="0"/>
              </a:spcBef>
              <a:spcAft>
                <a:spcPts val="0"/>
              </a:spcAft>
              <a:buClr>
                <a:srgbClr val="000000"/>
              </a:buClr>
              <a:buSzPts val="1600"/>
              <a:buFont typeface="Arial"/>
              <a:buNone/>
              <a:defRPr b="1" i="0" sz="1600" u="none" cap="none" strike="noStrike">
                <a:solidFill>
                  <a:srgbClr val="3F3F3F"/>
                </a:solidFill>
                <a:latin typeface="Meiryo"/>
                <a:ea typeface="Meiryo"/>
                <a:cs typeface="Meiryo"/>
                <a:sym typeface="Meiryo"/>
              </a:defRPr>
            </a:lvl6pPr>
            <a:lvl7pPr indent="0" lvl="6" marL="0" marR="0" algn="r">
              <a:lnSpc>
                <a:spcPct val="100000"/>
              </a:lnSpc>
              <a:spcBef>
                <a:spcPts val="0"/>
              </a:spcBef>
              <a:spcAft>
                <a:spcPts val="0"/>
              </a:spcAft>
              <a:buClr>
                <a:srgbClr val="000000"/>
              </a:buClr>
              <a:buSzPts val="1600"/>
              <a:buFont typeface="Arial"/>
              <a:buNone/>
              <a:defRPr b="1" i="0" sz="1600" u="none" cap="none" strike="noStrike">
                <a:solidFill>
                  <a:srgbClr val="3F3F3F"/>
                </a:solidFill>
                <a:latin typeface="Meiryo"/>
                <a:ea typeface="Meiryo"/>
                <a:cs typeface="Meiryo"/>
                <a:sym typeface="Meiryo"/>
              </a:defRPr>
            </a:lvl7pPr>
            <a:lvl8pPr indent="0" lvl="7" marL="0" marR="0" algn="r">
              <a:lnSpc>
                <a:spcPct val="100000"/>
              </a:lnSpc>
              <a:spcBef>
                <a:spcPts val="0"/>
              </a:spcBef>
              <a:spcAft>
                <a:spcPts val="0"/>
              </a:spcAft>
              <a:buClr>
                <a:srgbClr val="000000"/>
              </a:buClr>
              <a:buSzPts val="1600"/>
              <a:buFont typeface="Arial"/>
              <a:buNone/>
              <a:defRPr b="1" i="0" sz="1600" u="none" cap="none" strike="noStrike">
                <a:solidFill>
                  <a:srgbClr val="3F3F3F"/>
                </a:solidFill>
                <a:latin typeface="Meiryo"/>
                <a:ea typeface="Meiryo"/>
                <a:cs typeface="Meiryo"/>
                <a:sym typeface="Meiryo"/>
              </a:defRPr>
            </a:lvl8pPr>
            <a:lvl9pPr indent="0" lvl="8" marL="0" marR="0" algn="r">
              <a:lnSpc>
                <a:spcPct val="100000"/>
              </a:lnSpc>
              <a:spcBef>
                <a:spcPts val="0"/>
              </a:spcBef>
              <a:spcAft>
                <a:spcPts val="0"/>
              </a:spcAft>
              <a:buClr>
                <a:srgbClr val="000000"/>
              </a:buClr>
              <a:buSzPts val="1600"/>
              <a:buFont typeface="Arial"/>
              <a:buNone/>
              <a:defRPr b="1" i="0" sz="1600" u="none" cap="none" strike="noStrike">
                <a:solidFill>
                  <a:srgbClr val="3F3F3F"/>
                </a:solidFill>
                <a:latin typeface="Meiryo"/>
                <a:ea typeface="Meiryo"/>
                <a:cs typeface="Meiryo"/>
                <a:sym typeface="Meiryo"/>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showMasterSp="0" type="picTx">
  <p:cSld name="PICTURE_WITH_CAPTION_TEXT">
    <p:spTree>
      <p:nvGrpSpPr>
        <p:cNvPr id="76" name="Shape 76"/>
        <p:cNvGrpSpPr/>
        <p:nvPr/>
      </p:nvGrpSpPr>
      <p:grpSpPr>
        <a:xfrm>
          <a:off x="0" y="0"/>
          <a:ext cx="0" cy="0"/>
          <a:chOff x="0" y="0"/>
          <a:chExt cx="0" cy="0"/>
        </a:xfrm>
      </p:grpSpPr>
      <p:sp>
        <p:nvSpPr>
          <p:cNvPr id="77" name="Google Shape;77;p39"/>
          <p:cNvSpPr txBox="1"/>
          <p:nvPr>
            <p:ph type="title"/>
          </p:nvPr>
        </p:nvSpPr>
        <p:spPr>
          <a:xfrm>
            <a:off x="8834996" y="640079"/>
            <a:ext cx="2714085" cy="2695903"/>
          </a:xfrm>
          <a:prstGeom prst="rect">
            <a:avLst/>
          </a:prstGeom>
          <a:noFill/>
          <a:ln>
            <a:noFill/>
          </a:ln>
        </p:spPr>
        <p:txBody>
          <a:bodyPr anchorCtr="0" anchor="b" bIns="91425" lIns="109725" spcFirstLastPara="1" rIns="109725" wrap="square" tIns="109725">
            <a:noAutofit/>
          </a:bodyPr>
          <a:lstStyle>
            <a:lvl1pPr lvl="0" algn="l">
              <a:lnSpc>
                <a:spcPct val="104000"/>
              </a:lnSpc>
              <a:spcBef>
                <a:spcPts val="0"/>
              </a:spcBef>
              <a:spcAft>
                <a:spcPts val="0"/>
              </a:spcAft>
              <a:buClr>
                <a:srgbClr val="3F3F3F"/>
              </a:buClr>
              <a:buSzPts val="3400"/>
              <a:buFont typeface="Meiryo"/>
              <a:buNone/>
              <a:defRPr sz="3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8" name="Google Shape;78;p39"/>
          <p:cNvSpPr/>
          <p:nvPr>
            <p:ph idx="2" type="pic"/>
          </p:nvPr>
        </p:nvSpPr>
        <p:spPr>
          <a:xfrm>
            <a:off x="0" y="0"/>
            <a:ext cx="8248592" cy="6857999"/>
          </a:xfrm>
          <a:prstGeom prst="rect">
            <a:avLst/>
          </a:prstGeom>
          <a:solidFill>
            <a:srgbClr val="D2D6D2"/>
          </a:solidFill>
          <a:ln>
            <a:noFill/>
          </a:ln>
        </p:spPr>
      </p:sp>
      <p:sp>
        <p:nvSpPr>
          <p:cNvPr id="79" name="Google Shape;79;p39"/>
          <p:cNvSpPr txBox="1"/>
          <p:nvPr>
            <p:ph idx="1" type="body"/>
          </p:nvPr>
        </p:nvSpPr>
        <p:spPr>
          <a:xfrm>
            <a:off x="8834996" y="3429000"/>
            <a:ext cx="2714085" cy="2508026"/>
          </a:xfrm>
          <a:prstGeom prst="rect">
            <a:avLst/>
          </a:prstGeom>
          <a:noFill/>
          <a:ln>
            <a:noFill/>
          </a:ln>
        </p:spPr>
        <p:txBody>
          <a:bodyPr anchorCtr="0" anchor="t" bIns="91425" lIns="109725" spcFirstLastPara="1" rIns="109725" wrap="square" tIns="109725">
            <a:normAutofit/>
          </a:bodyPr>
          <a:lstStyle>
            <a:lvl1pPr indent="-228600" lvl="0" marL="457200" algn="l">
              <a:lnSpc>
                <a:spcPct val="140000"/>
              </a:lnSpc>
              <a:spcBef>
                <a:spcPts val="1400"/>
              </a:spcBef>
              <a:spcAft>
                <a:spcPts val="0"/>
              </a:spcAft>
              <a:buClr>
                <a:srgbClr val="3F3F3F"/>
              </a:buClr>
              <a:buSzPts val="1800"/>
              <a:buNone/>
              <a:defRPr b="0" sz="1800"/>
            </a:lvl1pPr>
            <a:lvl2pPr indent="-228600" lvl="1" marL="914400" algn="l">
              <a:lnSpc>
                <a:spcPct val="140000"/>
              </a:lnSpc>
              <a:spcBef>
                <a:spcPts val="930"/>
              </a:spcBef>
              <a:spcAft>
                <a:spcPts val="0"/>
              </a:spcAft>
              <a:buClr>
                <a:srgbClr val="3F3F3F"/>
              </a:buClr>
              <a:buSzPts val="1400"/>
              <a:buNone/>
              <a:defRPr sz="1400"/>
            </a:lvl2pPr>
            <a:lvl3pPr indent="-228600" lvl="2" marL="1371600" algn="l">
              <a:lnSpc>
                <a:spcPct val="140000"/>
              </a:lnSpc>
              <a:spcBef>
                <a:spcPts val="930"/>
              </a:spcBef>
              <a:spcAft>
                <a:spcPts val="0"/>
              </a:spcAft>
              <a:buClr>
                <a:srgbClr val="3F3F3F"/>
              </a:buClr>
              <a:buSzPts val="1200"/>
              <a:buNone/>
              <a:defRPr sz="1200"/>
            </a:lvl3pPr>
            <a:lvl4pPr indent="-228600" lvl="3" marL="1828800" algn="l">
              <a:lnSpc>
                <a:spcPct val="140000"/>
              </a:lnSpc>
              <a:spcBef>
                <a:spcPts val="930"/>
              </a:spcBef>
              <a:spcAft>
                <a:spcPts val="0"/>
              </a:spcAft>
              <a:buClr>
                <a:srgbClr val="3F3F3F"/>
              </a:buClr>
              <a:buSzPts val="1000"/>
              <a:buNone/>
              <a:defRPr sz="1000"/>
            </a:lvl4pPr>
            <a:lvl5pPr indent="-228600" lvl="4" marL="2286000" algn="l">
              <a:lnSpc>
                <a:spcPct val="140000"/>
              </a:lnSpc>
              <a:spcBef>
                <a:spcPts val="930"/>
              </a:spcBef>
              <a:spcAft>
                <a:spcPts val="0"/>
              </a:spcAft>
              <a:buClr>
                <a:srgbClr val="3F3F3F"/>
              </a:buClr>
              <a:buSzPts val="1000"/>
              <a:buNone/>
              <a:defRPr sz="1000"/>
            </a:lvl5pPr>
            <a:lvl6pPr indent="-228600" lvl="5" marL="2743200" algn="l">
              <a:lnSpc>
                <a:spcPct val="111000"/>
              </a:lnSpc>
              <a:spcBef>
                <a:spcPts val="930"/>
              </a:spcBef>
              <a:spcAft>
                <a:spcPts val="0"/>
              </a:spcAft>
              <a:buClr>
                <a:srgbClr val="657C95"/>
              </a:buClr>
              <a:buSzPts val="1000"/>
              <a:buNone/>
              <a:defRPr sz="1000"/>
            </a:lvl6pPr>
            <a:lvl7pPr indent="-228600" lvl="6" marL="3200400" algn="l">
              <a:lnSpc>
                <a:spcPct val="111000"/>
              </a:lnSpc>
              <a:spcBef>
                <a:spcPts val="930"/>
              </a:spcBef>
              <a:spcAft>
                <a:spcPts val="0"/>
              </a:spcAft>
              <a:buClr>
                <a:srgbClr val="657C95"/>
              </a:buClr>
              <a:buSzPts val="1000"/>
              <a:buNone/>
              <a:defRPr sz="1000"/>
            </a:lvl7pPr>
            <a:lvl8pPr indent="-228600" lvl="7" marL="3657600" algn="l">
              <a:lnSpc>
                <a:spcPct val="111000"/>
              </a:lnSpc>
              <a:spcBef>
                <a:spcPts val="930"/>
              </a:spcBef>
              <a:spcAft>
                <a:spcPts val="0"/>
              </a:spcAft>
              <a:buClr>
                <a:srgbClr val="657C95"/>
              </a:buClr>
              <a:buSzPts val="1000"/>
              <a:buNone/>
              <a:defRPr sz="1000"/>
            </a:lvl8pPr>
            <a:lvl9pPr indent="-228600" lvl="8" marL="4114800" algn="l">
              <a:lnSpc>
                <a:spcPct val="111000"/>
              </a:lnSpc>
              <a:spcBef>
                <a:spcPts val="930"/>
              </a:spcBef>
              <a:spcAft>
                <a:spcPts val="0"/>
              </a:spcAft>
              <a:buClr>
                <a:srgbClr val="657C95"/>
              </a:buClr>
              <a:buSzPts val="1000"/>
              <a:buNone/>
              <a:defRPr sz="1000"/>
            </a:lvl9pPr>
          </a:lstStyle>
          <a:p/>
        </p:txBody>
      </p:sp>
      <p:sp>
        <p:nvSpPr>
          <p:cNvPr id="80" name="Google Shape;80;p39"/>
          <p:cNvSpPr/>
          <p:nvPr/>
        </p:nvSpPr>
        <p:spPr>
          <a:xfrm rot="5400000">
            <a:off x="4851595" y="3396997"/>
            <a:ext cx="6858002" cy="64008"/>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Meiryo"/>
              <a:ea typeface="Meiryo"/>
              <a:cs typeface="Meiryo"/>
              <a:sym typeface="Meiryo"/>
            </a:endParaRPr>
          </a:p>
        </p:txBody>
      </p:sp>
      <p:sp>
        <p:nvSpPr>
          <p:cNvPr id="81" name="Google Shape;81;p39"/>
          <p:cNvSpPr txBox="1"/>
          <p:nvPr>
            <p:ph idx="10" type="dt"/>
          </p:nvPr>
        </p:nvSpPr>
        <p:spPr>
          <a:xfrm>
            <a:off x="8834997" y="6309360"/>
            <a:ext cx="1645920" cy="457200"/>
          </a:xfrm>
          <a:prstGeom prst="rect">
            <a:avLst/>
          </a:prstGeom>
          <a:noFill/>
          <a:ln>
            <a:noFill/>
          </a:ln>
        </p:spPr>
        <p:txBody>
          <a:bodyPr anchorCtr="0" anchor="ctr" bIns="91425" lIns="109725" spcFirstLastPara="1" rIns="109725" wrap="square" tIns="109725">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2" name="Google Shape;82;p39"/>
          <p:cNvSpPr txBox="1"/>
          <p:nvPr>
            <p:ph idx="12" type="sldNum"/>
          </p:nvPr>
        </p:nvSpPr>
        <p:spPr>
          <a:xfrm>
            <a:off x="10569202" y="6309360"/>
            <a:ext cx="979879" cy="457200"/>
          </a:xfrm>
          <a:prstGeom prst="rect">
            <a:avLst/>
          </a:prstGeom>
          <a:noFill/>
          <a:ln>
            <a:noFill/>
          </a:ln>
        </p:spPr>
        <p:txBody>
          <a:bodyPr anchorCtr="0" anchor="b" bIns="91425" lIns="109725" spcFirstLastPara="1" rIns="109725" wrap="square" tIns="109725">
            <a:noAutofit/>
          </a:bodyPr>
          <a:lstStyle>
            <a:lvl1pPr indent="0" lvl="0" marL="0" marR="0" algn="r">
              <a:lnSpc>
                <a:spcPct val="100000"/>
              </a:lnSpc>
              <a:spcBef>
                <a:spcPts val="0"/>
              </a:spcBef>
              <a:spcAft>
                <a:spcPts val="0"/>
              </a:spcAft>
              <a:buClr>
                <a:srgbClr val="000000"/>
              </a:buClr>
              <a:buSzPts val="1600"/>
              <a:buFont typeface="Arial"/>
              <a:buNone/>
              <a:defRPr b="1" i="0" sz="1600" u="none" cap="none" strike="noStrike">
                <a:solidFill>
                  <a:srgbClr val="3F3F3F"/>
                </a:solidFill>
                <a:latin typeface="Meiryo"/>
                <a:ea typeface="Meiryo"/>
                <a:cs typeface="Meiryo"/>
                <a:sym typeface="Meiryo"/>
              </a:defRPr>
            </a:lvl1pPr>
            <a:lvl2pPr indent="0" lvl="1" marL="0" marR="0" algn="r">
              <a:lnSpc>
                <a:spcPct val="100000"/>
              </a:lnSpc>
              <a:spcBef>
                <a:spcPts val="0"/>
              </a:spcBef>
              <a:spcAft>
                <a:spcPts val="0"/>
              </a:spcAft>
              <a:buClr>
                <a:srgbClr val="000000"/>
              </a:buClr>
              <a:buSzPts val="1600"/>
              <a:buFont typeface="Arial"/>
              <a:buNone/>
              <a:defRPr b="1" i="0" sz="1600" u="none" cap="none" strike="noStrike">
                <a:solidFill>
                  <a:srgbClr val="3F3F3F"/>
                </a:solidFill>
                <a:latin typeface="Meiryo"/>
                <a:ea typeface="Meiryo"/>
                <a:cs typeface="Meiryo"/>
                <a:sym typeface="Meiryo"/>
              </a:defRPr>
            </a:lvl2pPr>
            <a:lvl3pPr indent="0" lvl="2" marL="0" marR="0" algn="r">
              <a:lnSpc>
                <a:spcPct val="100000"/>
              </a:lnSpc>
              <a:spcBef>
                <a:spcPts val="0"/>
              </a:spcBef>
              <a:spcAft>
                <a:spcPts val="0"/>
              </a:spcAft>
              <a:buClr>
                <a:srgbClr val="000000"/>
              </a:buClr>
              <a:buSzPts val="1600"/>
              <a:buFont typeface="Arial"/>
              <a:buNone/>
              <a:defRPr b="1" i="0" sz="1600" u="none" cap="none" strike="noStrike">
                <a:solidFill>
                  <a:srgbClr val="3F3F3F"/>
                </a:solidFill>
                <a:latin typeface="Meiryo"/>
                <a:ea typeface="Meiryo"/>
                <a:cs typeface="Meiryo"/>
                <a:sym typeface="Meiryo"/>
              </a:defRPr>
            </a:lvl3pPr>
            <a:lvl4pPr indent="0" lvl="3" marL="0" marR="0" algn="r">
              <a:lnSpc>
                <a:spcPct val="100000"/>
              </a:lnSpc>
              <a:spcBef>
                <a:spcPts val="0"/>
              </a:spcBef>
              <a:spcAft>
                <a:spcPts val="0"/>
              </a:spcAft>
              <a:buClr>
                <a:srgbClr val="000000"/>
              </a:buClr>
              <a:buSzPts val="1600"/>
              <a:buFont typeface="Arial"/>
              <a:buNone/>
              <a:defRPr b="1" i="0" sz="1600" u="none" cap="none" strike="noStrike">
                <a:solidFill>
                  <a:srgbClr val="3F3F3F"/>
                </a:solidFill>
                <a:latin typeface="Meiryo"/>
                <a:ea typeface="Meiryo"/>
                <a:cs typeface="Meiryo"/>
                <a:sym typeface="Meiryo"/>
              </a:defRPr>
            </a:lvl4pPr>
            <a:lvl5pPr indent="0" lvl="4" marL="0" marR="0" algn="r">
              <a:lnSpc>
                <a:spcPct val="100000"/>
              </a:lnSpc>
              <a:spcBef>
                <a:spcPts val="0"/>
              </a:spcBef>
              <a:spcAft>
                <a:spcPts val="0"/>
              </a:spcAft>
              <a:buClr>
                <a:srgbClr val="000000"/>
              </a:buClr>
              <a:buSzPts val="1600"/>
              <a:buFont typeface="Arial"/>
              <a:buNone/>
              <a:defRPr b="1" i="0" sz="1600" u="none" cap="none" strike="noStrike">
                <a:solidFill>
                  <a:srgbClr val="3F3F3F"/>
                </a:solidFill>
                <a:latin typeface="Meiryo"/>
                <a:ea typeface="Meiryo"/>
                <a:cs typeface="Meiryo"/>
                <a:sym typeface="Meiryo"/>
              </a:defRPr>
            </a:lvl5pPr>
            <a:lvl6pPr indent="0" lvl="5" marL="0" marR="0" algn="r">
              <a:lnSpc>
                <a:spcPct val="100000"/>
              </a:lnSpc>
              <a:spcBef>
                <a:spcPts val="0"/>
              </a:spcBef>
              <a:spcAft>
                <a:spcPts val="0"/>
              </a:spcAft>
              <a:buClr>
                <a:srgbClr val="000000"/>
              </a:buClr>
              <a:buSzPts val="1600"/>
              <a:buFont typeface="Arial"/>
              <a:buNone/>
              <a:defRPr b="1" i="0" sz="1600" u="none" cap="none" strike="noStrike">
                <a:solidFill>
                  <a:srgbClr val="3F3F3F"/>
                </a:solidFill>
                <a:latin typeface="Meiryo"/>
                <a:ea typeface="Meiryo"/>
                <a:cs typeface="Meiryo"/>
                <a:sym typeface="Meiryo"/>
              </a:defRPr>
            </a:lvl6pPr>
            <a:lvl7pPr indent="0" lvl="6" marL="0" marR="0" algn="r">
              <a:lnSpc>
                <a:spcPct val="100000"/>
              </a:lnSpc>
              <a:spcBef>
                <a:spcPts val="0"/>
              </a:spcBef>
              <a:spcAft>
                <a:spcPts val="0"/>
              </a:spcAft>
              <a:buClr>
                <a:srgbClr val="000000"/>
              </a:buClr>
              <a:buSzPts val="1600"/>
              <a:buFont typeface="Arial"/>
              <a:buNone/>
              <a:defRPr b="1" i="0" sz="1600" u="none" cap="none" strike="noStrike">
                <a:solidFill>
                  <a:srgbClr val="3F3F3F"/>
                </a:solidFill>
                <a:latin typeface="Meiryo"/>
                <a:ea typeface="Meiryo"/>
                <a:cs typeface="Meiryo"/>
                <a:sym typeface="Meiryo"/>
              </a:defRPr>
            </a:lvl7pPr>
            <a:lvl8pPr indent="0" lvl="7" marL="0" marR="0" algn="r">
              <a:lnSpc>
                <a:spcPct val="100000"/>
              </a:lnSpc>
              <a:spcBef>
                <a:spcPts val="0"/>
              </a:spcBef>
              <a:spcAft>
                <a:spcPts val="0"/>
              </a:spcAft>
              <a:buClr>
                <a:srgbClr val="000000"/>
              </a:buClr>
              <a:buSzPts val="1600"/>
              <a:buFont typeface="Arial"/>
              <a:buNone/>
              <a:defRPr b="1" i="0" sz="1600" u="none" cap="none" strike="noStrike">
                <a:solidFill>
                  <a:srgbClr val="3F3F3F"/>
                </a:solidFill>
                <a:latin typeface="Meiryo"/>
                <a:ea typeface="Meiryo"/>
                <a:cs typeface="Meiryo"/>
                <a:sym typeface="Meiryo"/>
              </a:defRPr>
            </a:lvl8pPr>
            <a:lvl9pPr indent="0" lvl="8" marL="0" marR="0" algn="r">
              <a:lnSpc>
                <a:spcPct val="100000"/>
              </a:lnSpc>
              <a:spcBef>
                <a:spcPts val="0"/>
              </a:spcBef>
              <a:spcAft>
                <a:spcPts val="0"/>
              </a:spcAft>
              <a:buClr>
                <a:srgbClr val="000000"/>
              </a:buClr>
              <a:buSzPts val="1600"/>
              <a:buFont typeface="Arial"/>
              <a:buNone/>
              <a:defRPr b="1" i="0" sz="1600" u="none" cap="none" strike="noStrike">
                <a:solidFill>
                  <a:srgbClr val="3F3F3F"/>
                </a:solidFill>
                <a:latin typeface="Meiryo"/>
                <a:ea typeface="Meiryo"/>
                <a:cs typeface="Meiryo"/>
                <a:sym typeface="Meiryo"/>
              </a:defRPr>
            </a:lvl9pPr>
          </a:lstStyle>
          <a:p>
            <a:pPr indent="0" lvl="0" marL="0" rtl="0" algn="r">
              <a:spcBef>
                <a:spcPts val="0"/>
              </a:spcBef>
              <a:spcAft>
                <a:spcPts val="0"/>
              </a:spcAft>
              <a:buNone/>
            </a:pPr>
            <a:fld id="{00000000-1234-1234-1234-123412341234}" type="slidenum">
              <a:rPr lang="en-IN"/>
              <a:t>‹#›</a:t>
            </a:fld>
            <a:endParaRPr/>
          </a:p>
        </p:txBody>
      </p:sp>
      <p:sp>
        <p:nvSpPr>
          <p:cNvPr id="83" name="Google Shape;83;p39"/>
          <p:cNvSpPr txBox="1"/>
          <p:nvPr>
            <p:ph idx="11" type="ftr"/>
          </p:nvPr>
        </p:nvSpPr>
        <p:spPr>
          <a:xfrm>
            <a:off x="640080" y="6309360"/>
            <a:ext cx="4946592" cy="457200"/>
          </a:xfrm>
          <a:prstGeom prst="rect">
            <a:avLst/>
          </a:prstGeom>
          <a:noFill/>
          <a:ln>
            <a:noFill/>
          </a:ln>
        </p:spPr>
        <p:txBody>
          <a:bodyPr anchorCtr="0" anchor="ctr" bIns="91425" lIns="109725" spcFirstLastPara="1" rIns="109725" wrap="square" tIns="109725">
            <a:noAutofit/>
          </a:bodyPr>
          <a:lstStyle>
            <a:lvl1pPr lvl="0" algn="l">
              <a:lnSpc>
                <a:spcPct val="100000"/>
              </a:lnSpc>
              <a:spcBef>
                <a:spcPts val="0"/>
              </a:spcBef>
              <a:spcAft>
                <a:spcPts val="0"/>
              </a:spcAft>
              <a:buSzPts val="1400"/>
              <a:buNone/>
              <a:defRPr>
                <a:solidFill>
                  <a:srgbClr val="FFFFFF"/>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84" name="Shape 84"/>
        <p:cNvGrpSpPr/>
        <p:nvPr/>
      </p:nvGrpSpPr>
      <p:grpSpPr>
        <a:xfrm>
          <a:off x="0" y="0"/>
          <a:ext cx="0" cy="0"/>
          <a:chOff x="0" y="0"/>
          <a:chExt cx="0" cy="0"/>
        </a:xfrm>
      </p:grpSpPr>
      <p:sp>
        <p:nvSpPr>
          <p:cNvPr id="85" name="Google Shape;85;p40"/>
          <p:cNvSpPr txBox="1"/>
          <p:nvPr>
            <p:ph type="title"/>
          </p:nvPr>
        </p:nvSpPr>
        <p:spPr>
          <a:xfrm>
            <a:off x="642918" y="705113"/>
            <a:ext cx="3411973" cy="5197498"/>
          </a:xfrm>
          <a:prstGeom prst="rect">
            <a:avLst/>
          </a:prstGeom>
          <a:noFill/>
          <a:ln>
            <a:noFill/>
          </a:ln>
        </p:spPr>
        <p:txBody>
          <a:bodyPr anchorCtr="0" anchor="ctr" bIns="91425" lIns="109725" spcFirstLastPara="1" rIns="109725" wrap="square" tIns="109725">
            <a:normAutofit/>
          </a:bodyPr>
          <a:lstStyle>
            <a:lvl1pPr lvl="0" algn="l">
              <a:lnSpc>
                <a:spcPct val="150000"/>
              </a:lnSpc>
              <a:spcBef>
                <a:spcPts val="0"/>
              </a:spcBef>
              <a:spcAft>
                <a:spcPts val="0"/>
              </a:spcAft>
              <a:buClr>
                <a:srgbClr val="3F3F3F"/>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6" name="Google Shape;86;p40"/>
          <p:cNvSpPr txBox="1"/>
          <p:nvPr>
            <p:ph idx="1" type="body"/>
          </p:nvPr>
        </p:nvSpPr>
        <p:spPr>
          <a:xfrm rot="5400000">
            <a:off x="5864129" y="217655"/>
            <a:ext cx="5197497" cy="6172412"/>
          </a:xfrm>
          <a:prstGeom prst="rect">
            <a:avLst/>
          </a:prstGeom>
          <a:noFill/>
          <a:ln>
            <a:noFill/>
          </a:ln>
        </p:spPr>
        <p:txBody>
          <a:bodyPr anchorCtr="0" anchor="ctr" bIns="91425" lIns="109725" spcFirstLastPara="1" rIns="109725" wrap="square" tIns="109725">
            <a:normAutofit/>
          </a:bodyPr>
          <a:lstStyle>
            <a:lvl1pPr indent="-228600" lvl="0" marL="457200" algn="l">
              <a:lnSpc>
                <a:spcPct val="140000"/>
              </a:lnSpc>
              <a:spcBef>
                <a:spcPts val="930"/>
              </a:spcBef>
              <a:spcAft>
                <a:spcPts val="0"/>
              </a:spcAft>
              <a:buClr>
                <a:srgbClr val="3F3F3F"/>
              </a:buClr>
              <a:buSzPts val="1800"/>
              <a:buNone/>
              <a:defRPr/>
            </a:lvl1pPr>
            <a:lvl2pPr indent="-228600" lvl="1" marL="914400" algn="l">
              <a:lnSpc>
                <a:spcPct val="140000"/>
              </a:lnSpc>
              <a:spcBef>
                <a:spcPts val="930"/>
              </a:spcBef>
              <a:spcAft>
                <a:spcPts val="0"/>
              </a:spcAft>
              <a:buClr>
                <a:srgbClr val="3F3F3F"/>
              </a:buClr>
              <a:buSzPts val="1800"/>
              <a:buNone/>
              <a:defRPr/>
            </a:lvl2pPr>
            <a:lvl3pPr indent="-342900" lvl="2" marL="1371600" algn="l">
              <a:lnSpc>
                <a:spcPct val="140000"/>
              </a:lnSpc>
              <a:spcBef>
                <a:spcPts val="930"/>
              </a:spcBef>
              <a:spcAft>
                <a:spcPts val="0"/>
              </a:spcAft>
              <a:buClr>
                <a:srgbClr val="3F3F3F"/>
              </a:buClr>
              <a:buSzPts val="1800"/>
              <a:buChar char="–"/>
              <a:defRPr/>
            </a:lvl3pPr>
            <a:lvl4pPr indent="-342900" lvl="3" marL="1828800" algn="l">
              <a:lnSpc>
                <a:spcPct val="140000"/>
              </a:lnSpc>
              <a:spcBef>
                <a:spcPts val="930"/>
              </a:spcBef>
              <a:spcAft>
                <a:spcPts val="0"/>
              </a:spcAft>
              <a:buClr>
                <a:srgbClr val="3F3F3F"/>
              </a:buClr>
              <a:buSzPts val="1800"/>
              <a:buChar char="–"/>
              <a:defRPr/>
            </a:lvl4pPr>
            <a:lvl5pPr indent="-342900" lvl="4" marL="2286000" algn="l">
              <a:lnSpc>
                <a:spcPct val="140000"/>
              </a:lnSpc>
              <a:spcBef>
                <a:spcPts val="930"/>
              </a:spcBef>
              <a:spcAft>
                <a:spcPts val="0"/>
              </a:spcAft>
              <a:buClr>
                <a:srgbClr val="3F3F3F"/>
              </a:buClr>
              <a:buSzPts val="1800"/>
              <a:buChar char="–"/>
              <a:defRPr/>
            </a:lvl5pPr>
            <a:lvl6pPr indent="-342900" lvl="5" marL="2743200" algn="l">
              <a:lnSpc>
                <a:spcPct val="111000"/>
              </a:lnSpc>
              <a:spcBef>
                <a:spcPts val="930"/>
              </a:spcBef>
              <a:spcAft>
                <a:spcPts val="0"/>
              </a:spcAft>
              <a:buClr>
                <a:srgbClr val="657C95"/>
              </a:buClr>
              <a:buSzPts val="1800"/>
              <a:buChar char="–"/>
              <a:defRPr/>
            </a:lvl6pPr>
            <a:lvl7pPr indent="-342900" lvl="6" marL="3200400" algn="l">
              <a:lnSpc>
                <a:spcPct val="111000"/>
              </a:lnSpc>
              <a:spcBef>
                <a:spcPts val="930"/>
              </a:spcBef>
              <a:spcAft>
                <a:spcPts val="0"/>
              </a:spcAft>
              <a:buClr>
                <a:srgbClr val="657C95"/>
              </a:buClr>
              <a:buSzPts val="1800"/>
              <a:buChar char="–"/>
              <a:defRPr/>
            </a:lvl7pPr>
            <a:lvl8pPr indent="-342900" lvl="7" marL="3657600" algn="l">
              <a:lnSpc>
                <a:spcPct val="111000"/>
              </a:lnSpc>
              <a:spcBef>
                <a:spcPts val="930"/>
              </a:spcBef>
              <a:spcAft>
                <a:spcPts val="0"/>
              </a:spcAft>
              <a:buClr>
                <a:srgbClr val="657C95"/>
              </a:buClr>
              <a:buSzPts val="1800"/>
              <a:buChar char="–"/>
              <a:defRPr/>
            </a:lvl8pPr>
            <a:lvl9pPr indent="-342900" lvl="8" marL="4114800" algn="l">
              <a:lnSpc>
                <a:spcPct val="111000"/>
              </a:lnSpc>
              <a:spcBef>
                <a:spcPts val="930"/>
              </a:spcBef>
              <a:spcAft>
                <a:spcPts val="0"/>
              </a:spcAft>
              <a:buClr>
                <a:srgbClr val="657C95"/>
              </a:buClr>
              <a:buSzPts val="1800"/>
              <a:buChar char="–"/>
              <a:defRPr/>
            </a:lvl9pPr>
          </a:lstStyle>
          <a:p/>
        </p:txBody>
      </p:sp>
      <p:sp>
        <p:nvSpPr>
          <p:cNvPr id="87" name="Google Shape;87;p40"/>
          <p:cNvSpPr txBox="1"/>
          <p:nvPr>
            <p:ph idx="10" type="dt"/>
          </p:nvPr>
        </p:nvSpPr>
        <p:spPr>
          <a:xfrm>
            <a:off x="642917" y="6309360"/>
            <a:ext cx="3411973" cy="457200"/>
          </a:xfrm>
          <a:prstGeom prst="rect">
            <a:avLst/>
          </a:prstGeom>
          <a:noFill/>
          <a:ln>
            <a:noFill/>
          </a:ln>
        </p:spPr>
        <p:txBody>
          <a:bodyPr anchorCtr="0" anchor="ctr" bIns="91425" lIns="109725" spcFirstLastPara="1" rIns="109725" wrap="square" tIns="109725">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8" name="Google Shape;88;p40"/>
          <p:cNvSpPr txBox="1"/>
          <p:nvPr>
            <p:ph idx="11" type="ftr"/>
          </p:nvPr>
        </p:nvSpPr>
        <p:spPr>
          <a:xfrm>
            <a:off x="5376670" y="6309360"/>
            <a:ext cx="4946592" cy="457200"/>
          </a:xfrm>
          <a:prstGeom prst="rect">
            <a:avLst/>
          </a:prstGeom>
          <a:noFill/>
          <a:ln>
            <a:noFill/>
          </a:ln>
        </p:spPr>
        <p:txBody>
          <a:bodyPr anchorCtr="0" anchor="ctr" bIns="91425" lIns="109725" spcFirstLastPara="1" rIns="109725" wrap="square" tIns="109725">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9" name="Google Shape;89;p40"/>
          <p:cNvSpPr txBox="1"/>
          <p:nvPr>
            <p:ph idx="12" type="sldNum"/>
          </p:nvPr>
        </p:nvSpPr>
        <p:spPr>
          <a:xfrm>
            <a:off x="10569202" y="6309360"/>
            <a:ext cx="979879" cy="457200"/>
          </a:xfrm>
          <a:prstGeom prst="rect">
            <a:avLst/>
          </a:prstGeom>
          <a:noFill/>
          <a:ln>
            <a:noFill/>
          </a:ln>
        </p:spPr>
        <p:txBody>
          <a:bodyPr anchorCtr="0" anchor="b" bIns="91425" lIns="109725" spcFirstLastPara="1" rIns="109725" wrap="square" tIns="109725">
            <a:noAutofit/>
          </a:bodyPr>
          <a:lstStyle>
            <a:lvl1pPr indent="0" lvl="0" marL="0" marR="0" algn="r">
              <a:lnSpc>
                <a:spcPct val="100000"/>
              </a:lnSpc>
              <a:spcBef>
                <a:spcPts val="0"/>
              </a:spcBef>
              <a:spcAft>
                <a:spcPts val="0"/>
              </a:spcAft>
              <a:buClr>
                <a:srgbClr val="000000"/>
              </a:buClr>
              <a:buSzPts val="1600"/>
              <a:buFont typeface="Arial"/>
              <a:buNone/>
              <a:defRPr b="1" i="0" sz="1600" u="none" cap="none" strike="noStrike">
                <a:solidFill>
                  <a:srgbClr val="3F3F3F"/>
                </a:solidFill>
                <a:latin typeface="Meiryo"/>
                <a:ea typeface="Meiryo"/>
                <a:cs typeface="Meiryo"/>
                <a:sym typeface="Meiryo"/>
              </a:defRPr>
            </a:lvl1pPr>
            <a:lvl2pPr indent="0" lvl="1" marL="0" marR="0" algn="r">
              <a:lnSpc>
                <a:spcPct val="100000"/>
              </a:lnSpc>
              <a:spcBef>
                <a:spcPts val="0"/>
              </a:spcBef>
              <a:spcAft>
                <a:spcPts val="0"/>
              </a:spcAft>
              <a:buClr>
                <a:srgbClr val="000000"/>
              </a:buClr>
              <a:buSzPts val="1600"/>
              <a:buFont typeface="Arial"/>
              <a:buNone/>
              <a:defRPr b="1" i="0" sz="1600" u="none" cap="none" strike="noStrike">
                <a:solidFill>
                  <a:srgbClr val="3F3F3F"/>
                </a:solidFill>
                <a:latin typeface="Meiryo"/>
                <a:ea typeface="Meiryo"/>
                <a:cs typeface="Meiryo"/>
                <a:sym typeface="Meiryo"/>
              </a:defRPr>
            </a:lvl2pPr>
            <a:lvl3pPr indent="0" lvl="2" marL="0" marR="0" algn="r">
              <a:lnSpc>
                <a:spcPct val="100000"/>
              </a:lnSpc>
              <a:spcBef>
                <a:spcPts val="0"/>
              </a:spcBef>
              <a:spcAft>
                <a:spcPts val="0"/>
              </a:spcAft>
              <a:buClr>
                <a:srgbClr val="000000"/>
              </a:buClr>
              <a:buSzPts val="1600"/>
              <a:buFont typeface="Arial"/>
              <a:buNone/>
              <a:defRPr b="1" i="0" sz="1600" u="none" cap="none" strike="noStrike">
                <a:solidFill>
                  <a:srgbClr val="3F3F3F"/>
                </a:solidFill>
                <a:latin typeface="Meiryo"/>
                <a:ea typeface="Meiryo"/>
                <a:cs typeface="Meiryo"/>
                <a:sym typeface="Meiryo"/>
              </a:defRPr>
            </a:lvl3pPr>
            <a:lvl4pPr indent="0" lvl="3" marL="0" marR="0" algn="r">
              <a:lnSpc>
                <a:spcPct val="100000"/>
              </a:lnSpc>
              <a:spcBef>
                <a:spcPts val="0"/>
              </a:spcBef>
              <a:spcAft>
                <a:spcPts val="0"/>
              </a:spcAft>
              <a:buClr>
                <a:srgbClr val="000000"/>
              </a:buClr>
              <a:buSzPts val="1600"/>
              <a:buFont typeface="Arial"/>
              <a:buNone/>
              <a:defRPr b="1" i="0" sz="1600" u="none" cap="none" strike="noStrike">
                <a:solidFill>
                  <a:srgbClr val="3F3F3F"/>
                </a:solidFill>
                <a:latin typeface="Meiryo"/>
                <a:ea typeface="Meiryo"/>
                <a:cs typeface="Meiryo"/>
                <a:sym typeface="Meiryo"/>
              </a:defRPr>
            </a:lvl4pPr>
            <a:lvl5pPr indent="0" lvl="4" marL="0" marR="0" algn="r">
              <a:lnSpc>
                <a:spcPct val="100000"/>
              </a:lnSpc>
              <a:spcBef>
                <a:spcPts val="0"/>
              </a:spcBef>
              <a:spcAft>
                <a:spcPts val="0"/>
              </a:spcAft>
              <a:buClr>
                <a:srgbClr val="000000"/>
              </a:buClr>
              <a:buSzPts val="1600"/>
              <a:buFont typeface="Arial"/>
              <a:buNone/>
              <a:defRPr b="1" i="0" sz="1600" u="none" cap="none" strike="noStrike">
                <a:solidFill>
                  <a:srgbClr val="3F3F3F"/>
                </a:solidFill>
                <a:latin typeface="Meiryo"/>
                <a:ea typeface="Meiryo"/>
                <a:cs typeface="Meiryo"/>
                <a:sym typeface="Meiryo"/>
              </a:defRPr>
            </a:lvl5pPr>
            <a:lvl6pPr indent="0" lvl="5" marL="0" marR="0" algn="r">
              <a:lnSpc>
                <a:spcPct val="100000"/>
              </a:lnSpc>
              <a:spcBef>
                <a:spcPts val="0"/>
              </a:spcBef>
              <a:spcAft>
                <a:spcPts val="0"/>
              </a:spcAft>
              <a:buClr>
                <a:srgbClr val="000000"/>
              </a:buClr>
              <a:buSzPts val="1600"/>
              <a:buFont typeface="Arial"/>
              <a:buNone/>
              <a:defRPr b="1" i="0" sz="1600" u="none" cap="none" strike="noStrike">
                <a:solidFill>
                  <a:srgbClr val="3F3F3F"/>
                </a:solidFill>
                <a:latin typeface="Meiryo"/>
                <a:ea typeface="Meiryo"/>
                <a:cs typeface="Meiryo"/>
                <a:sym typeface="Meiryo"/>
              </a:defRPr>
            </a:lvl6pPr>
            <a:lvl7pPr indent="0" lvl="6" marL="0" marR="0" algn="r">
              <a:lnSpc>
                <a:spcPct val="100000"/>
              </a:lnSpc>
              <a:spcBef>
                <a:spcPts val="0"/>
              </a:spcBef>
              <a:spcAft>
                <a:spcPts val="0"/>
              </a:spcAft>
              <a:buClr>
                <a:srgbClr val="000000"/>
              </a:buClr>
              <a:buSzPts val="1600"/>
              <a:buFont typeface="Arial"/>
              <a:buNone/>
              <a:defRPr b="1" i="0" sz="1600" u="none" cap="none" strike="noStrike">
                <a:solidFill>
                  <a:srgbClr val="3F3F3F"/>
                </a:solidFill>
                <a:latin typeface="Meiryo"/>
                <a:ea typeface="Meiryo"/>
                <a:cs typeface="Meiryo"/>
                <a:sym typeface="Meiryo"/>
              </a:defRPr>
            </a:lvl7pPr>
            <a:lvl8pPr indent="0" lvl="7" marL="0" marR="0" algn="r">
              <a:lnSpc>
                <a:spcPct val="100000"/>
              </a:lnSpc>
              <a:spcBef>
                <a:spcPts val="0"/>
              </a:spcBef>
              <a:spcAft>
                <a:spcPts val="0"/>
              </a:spcAft>
              <a:buClr>
                <a:srgbClr val="000000"/>
              </a:buClr>
              <a:buSzPts val="1600"/>
              <a:buFont typeface="Arial"/>
              <a:buNone/>
              <a:defRPr b="1" i="0" sz="1600" u="none" cap="none" strike="noStrike">
                <a:solidFill>
                  <a:srgbClr val="3F3F3F"/>
                </a:solidFill>
                <a:latin typeface="Meiryo"/>
                <a:ea typeface="Meiryo"/>
                <a:cs typeface="Meiryo"/>
                <a:sym typeface="Meiryo"/>
              </a:defRPr>
            </a:lvl8pPr>
            <a:lvl9pPr indent="0" lvl="8" marL="0" marR="0" algn="r">
              <a:lnSpc>
                <a:spcPct val="100000"/>
              </a:lnSpc>
              <a:spcBef>
                <a:spcPts val="0"/>
              </a:spcBef>
              <a:spcAft>
                <a:spcPts val="0"/>
              </a:spcAft>
              <a:buClr>
                <a:srgbClr val="000000"/>
              </a:buClr>
              <a:buSzPts val="1600"/>
              <a:buFont typeface="Arial"/>
              <a:buNone/>
              <a:defRPr b="1" i="0" sz="1600" u="none" cap="none" strike="noStrike">
                <a:solidFill>
                  <a:srgbClr val="3F3F3F"/>
                </a:solidFill>
                <a:latin typeface="Meiryo"/>
                <a:ea typeface="Meiryo"/>
                <a:cs typeface="Meiryo"/>
                <a:sym typeface="Meiryo"/>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showMasterSp="0" type="vertTitleAndTx">
  <p:cSld name="VERTICAL_TITLE_AND_VERTICAL_TEXT">
    <p:spTree>
      <p:nvGrpSpPr>
        <p:cNvPr id="90" name="Shape 90"/>
        <p:cNvGrpSpPr/>
        <p:nvPr/>
      </p:nvGrpSpPr>
      <p:grpSpPr>
        <a:xfrm>
          <a:off x="0" y="0"/>
          <a:ext cx="0" cy="0"/>
          <a:chOff x="0" y="0"/>
          <a:chExt cx="0" cy="0"/>
        </a:xfrm>
      </p:grpSpPr>
      <p:sp>
        <p:nvSpPr>
          <p:cNvPr id="91" name="Google Shape;91;p41"/>
          <p:cNvSpPr txBox="1"/>
          <p:nvPr>
            <p:ph type="title"/>
          </p:nvPr>
        </p:nvSpPr>
        <p:spPr>
          <a:xfrm rot="5400000">
            <a:off x="7393812" y="2391190"/>
            <a:ext cx="5339932" cy="1571626"/>
          </a:xfrm>
          <a:prstGeom prst="rect">
            <a:avLst/>
          </a:prstGeom>
          <a:noFill/>
          <a:ln>
            <a:noFill/>
          </a:ln>
        </p:spPr>
        <p:txBody>
          <a:bodyPr anchorCtr="0" anchor="ctr" bIns="91425" lIns="109725" spcFirstLastPara="1" rIns="109725" wrap="square" tIns="109725">
            <a:normAutofit/>
          </a:bodyPr>
          <a:lstStyle>
            <a:lvl1pPr lvl="0" algn="l">
              <a:lnSpc>
                <a:spcPct val="150000"/>
              </a:lnSpc>
              <a:spcBef>
                <a:spcPts val="0"/>
              </a:spcBef>
              <a:spcAft>
                <a:spcPts val="0"/>
              </a:spcAft>
              <a:buClr>
                <a:srgbClr val="3F3F3F"/>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2" name="Google Shape;92;p41"/>
          <p:cNvSpPr txBox="1"/>
          <p:nvPr>
            <p:ph idx="1" type="body"/>
          </p:nvPr>
        </p:nvSpPr>
        <p:spPr>
          <a:xfrm rot="5400000">
            <a:off x="3252190" y="205883"/>
            <a:ext cx="5322596" cy="5959577"/>
          </a:xfrm>
          <a:prstGeom prst="rect">
            <a:avLst/>
          </a:prstGeom>
          <a:noFill/>
          <a:ln>
            <a:noFill/>
          </a:ln>
        </p:spPr>
        <p:txBody>
          <a:bodyPr anchorCtr="0" anchor="ctr" bIns="91425" lIns="109725" spcFirstLastPara="1" rIns="109725" wrap="square" tIns="109725">
            <a:normAutofit/>
          </a:bodyPr>
          <a:lstStyle>
            <a:lvl1pPr indent="-228600" lvl="0" marL="457200" algn="l">
              <a:lnSpc>
                <a:spcPct val="140000"/>
              </a:lnSpc>
              <a:spcBef>
                <a:spcPts val="930"/>
              </a:spcBef>
              <a:spcAft>
                <a:spcPts val="0"/>
              </a:spcAft>
              <a:buClr>
                <a:srgbClr val="3F3F3F"/>
              </a:buClr>
              <a:buSzPts val="1800"/>
              <a:buNone/>
              <a:defRPr/>
            </a:lvl1pPr>
            <a:lvl2pPr indent="-228600" lvl="1" marL="914400" algn="l">
              <a:lnSpc>
                <a:spcPct val="140000"/>
              </a:lnSpc>
              <a:spcBef>
                <a:spcPts val="930"/>
              </a:spcBef>
              <a:spcAft>
                <a:spcPts val="0"/>
              </a:spcAft>
              <a:buClr>
                <a:srgbClr val="3F3F3F"/>
              </a:buClr>
              <a:buSzPts val="1800"/>
              <a:buNone/>
              <a:defRPr/>
            </a:lvl2pPr>
            <a:lvl3pPr indent="-342900" lvl="2" marL="1371600" algn="l">
              <a:lnSpc>
                <a:spcPct val="140000"/>
              </a:lnSpc>
              <a:spcBef>
                <a:spcPts val="930"/>
              </a:spcBef>
              <a:spcAft>
                <a:spcPts val="0"/>
              </a:spcAft>
              <a:buClr>
                <a:srgbClr val="3F3F3F"/>
              </a:buClr>
              <a:buSzPts val="1800"/>
              <a:buChar char="–"/>
              <a:defRPr/>
            </a:lvl3pPr>
            <a:lvl4pPr indent="-342900" lvl="3" marL="1828800" algn="l">
              <a:lnSpc>
                <a:spcPct val="140000"/>
              </a:lnSpc>
              <a:spcBef>
                <a:spcPts val="930"/>
              </a:spcBef>
              <a:spcAft>
                <a:spcPts val="0"/>
              </a:spcAft>
              <a:buClr>
                <a:srgbClr val="3F3F3F"/>
              </a:buClr>
              <a:buSzPts val="1800"/>
              <a:buChar char="–"/>
              <a:defRPr/>
            </a:lvl4pPr>
            <a:lvl5pPr indent="-342900" lvl="4" marL="2286000" algn="l">
              <a:lnSpc>
                <a:spcPct val="140000"/>
              </a:lnSpc>
              <a:spcBef>
                <a:spcPts val="930"/>
              </a:spcBef>
              <a:spcAft>
                <a:spcPts val="0"/>
              </a:spcAft>
              <a:buClr>
                <a:srgbClr val="3F3F3F"/>
              </a:buClr>
              <a:buSzPts val="1800"/>
              <a:buChar char="–"/>
              <a:defRPr/>
            </a:lvl5pPr>
            <a:lvl6pPr indent="-342900" lvl="5" marL="2743200" algn="l">
              <a:lnSpc>
                <a:spcPct val="111000"/>
              </a:lnSpc>
              <a:spcBef>
                <a:spcPts val="930"/>
              </a:spcBef>
              <a:spcAft>
                <a:spcPts val="0"/>
              </a:spcAft>
              <a:buClr>
                <a:srgbClr val="657C95"/>
              </a:buClr>
              <a:buSzPts val="1800"/>
              <a:buChar char="–"/>
              <a:defRPr/>
            </a:lvl6pPr>
            <a:lvl7pPr indent="-342900" lvl="6" marL="3200400" algn="l">
              <a:lnSpc>
                <a:spcPct val="111000"/>
              </a:lnSpc>
              <a:spcBef>
                <a:spcPts val="930"/>
              </a:spcBef>
              <a:spcAft>
                <a:spcPts val="0"/>
              </a:spcAft>
              <a:buClr>
                <a:srgbClr val="657C95"/>
              </a:buClr>
              <a:buSzPts val="1800"/>
              <a:buChar char="–"/>
              <a:defRPr/>
            </a:lvl7pPr>
            <a:lvl8pPr indent="-342900" lvl="7" marL="3657600" algn="l">
              <a:lnSpc>
                <a:spcPct val="111000"/>
              </a:lnSpc>
              <a:spcBef>
                <a:spcPts val="930"/>
              </a:spcBef>
              <a:spcAft>
                <a:spcPts val="0"/>
              </a:spcAft>
              <a:buClr>
                <a:srgbClr val="657C95"/>
              </a:buClr>
              <a:buSzPts val="1800"/>
              <a:buChar char="–"/>
              <a:defRPr/>
            </a:lvl8pPr>
            <a:lvl9pPr indent="-342900" lvl="8" marL="4114800" algn="l">
              <a:lnSpc>
                <a:spcPct val="111000"/>
              </a:lnSpc>
              <a:spcBef>
                <a:spcPts val="930"/>
              </a:spcBef>
              <a:spcAft>
                <a:spcPts val="0"/>
              </a:spcAft>
              <a:buClr>
                <a:srgbClr val="657C95"/>
              </a:buClr>
              <a:buSzPts val="1800"/>
              <a:buChar char="–"/>
              <a:defRPr/>
            </a:lvl9pPr>
          </a:lstStyle>
          <a:p/>
        </p:txBody>
      </p:sp>
      <p:sp>
        <p:nvSpPr>
          <p:cNvPr id="93" name="Google Shape;93;p41"/>
          <p:cNvSpPr txBox="1"/>
          <p:nvPr>
            <p:ph idx="10" type="dt"/>
          </p:nvPr>
        </p:nvSpPr>
        <p:spPr>
          <a:xfrm>
            <a:off x="9277965" y="6296615"/>
            <a:ext cx="2505996" cy="365125"/>
          </a:xfrm>
          <a:prstGeom prst="rect">
            <a:avLst/>
          </a:prstGeom>
          <a:noFill/>
          <a:ln>
            <a:noFill/>
          </a:ln>
        </p:spPr>
        <p:txBody>
          <a:bodyPr anchorCtr="0" anchor="ctr" bIns="91425" lIns="109725" spcFirstLastPara="1" rIns="109725" wrap="square" tIns="109725">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4" name="Google Shape;94;p41"/>
          <p:cNvSpPr txBox="1"/>
          <p:nvPr>
            <p:ph idx="11" type="ftr"/>
          </p:nvPr>
        </p:nvSpPr>
        <p:spPr>
          <a:xfrm>
            <a:off x="2933699" y="6296615"/>
            <a:ext cx="5959577" cy="365125"/>
          </a:xfrm>
          <a:prstGeom prst="rect">
            <a:avLst/>
          </a:prstGeom>
          <a:noFill/>
          <a:ln>
            <a:noFill/>
          </a:ln>
        </p:spPr>
        <p:txBody>
          <a:bodyPr anchorCtr="0" anchor="ctr" bIns="91425" lIns="109725" spcFirstLastPara="1" rIns="109725" wrap="square" tIns="109725">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5" name="Google Shape;95;p41"/>
          <p:cNvSpPr txBox="1"/>
          <p:nvPr>
            <p:ph idx="12" type="sldNum"/>
          </p:nvPr>
        </p:nvSpPr>
        <p:spPr>
          <a:xfrm rot="5400000">
            <a:off x="8734643" y="2853201"/>
            <a:ext cx="5383267" cy="604269"/>
          </a:xfrm>
          <a:prstGeom prst="rect">
            <a:avLst/>
          </a:prstGeom>
          <a:noFill/>
          <a:ln>
            <a:noFill/>
          </a:ln>
        </p:spPr>
        <p:txBody>
          <a:bodyPr anchorCtr="0" anchor="b" bIns="91425" lIns="109725" spcFirstLastPara="1" rIns="109725" wrap="square" tIns="109725">
            <a:noAutofit/>
          </a:bodyPr>
          <a:lstStyle>
            <a:lvl1pPr indent="0" lvl="0" marL="0" marR="0" algn="l">
              <a:lnSpc>
                <a:spcPct val="100000"/>
              </a:lnSpc>
              <a:spcBef>
                <a:spcPts val="0"/>
              </a:spcBef>
              <a:spcAft>
                <a:spcPts val="0"/>
              </a:spcAft>
              <a:buClr>
                <a:srgbClr val="000000"/>
              </a:buClr>
              <a:buSzPts val="1600"/>
              <a:buFont typeface="Arial"/>
              <a:buNone/>
              <a:defRPr b="1" i="0" sz="1600" u="none" cap="none" strike="noStrike">
                <a:solidFill>
                  <a:srgbClr val="3F3F3F"/>
                </a:solidFill>
                <a:latin typeface="Meiryo"/>
                <a:ea typeface="Meiryo"/>
                <a:cs typeface="Meiryo"/>
                <a:sym typeface="Meiryo"/>
              </a:defRPr>
            </a:lvl1pPr>
            <a:lvl2pPr indent="0" lvl="1" marL="0" marR="0" algn="l">
              <a:lnSpc>
                <a:spcPct val="100000"/>
              </a:lnSpc>
              <a:spcBef>
                <a:spcPts val="0"/>
              </a:spcBef>
              <a:spcAft>
                <a:spcPts val="0"/>
              </a:spcAft>
              <a:buClr>
                <a:srgbClr val="000000"/>
              </a:buClr>
              <a:buSzPts val="1600"/>
              <a:buFont typeface="Arial"/>
              <a:buNone/>
              <a:defRPr b="1" i="0" sz="1600" u="none" cap="none" strike="noStrike">
                <a:solidFill>
                  <a:srgbClr val="3F3F3F"/>
                </a:solidFill>
                <a:latin typeface="Meiryo"/>
                <a:ea typeface="Meiryo"/>
                <a:cs typeface="Meiryo"/>
                <a:sym typeface="Meiryo"/>
              </a:defRPr>
            </a:lvl2pPr>
            <a:lvl3pPr indent="0" lvl="2" marL="0" marR="0" algn="l">
              <a:lnSpc>
                <a:spcPct val="100000"/>
              </a:lnSpc>
              <a:spcBef>
                <a:spcPts val="0"/>
              </a:spcBef>
              <a:spcAft>
                <a:spcPts val="0"/>
              </a:spcAft>
              <a:buClr>
                <a:srgbClr val="000000"/>
              </a:buClr>
              <a:buSzPts val="1600"/>
              <a:buFont typeface="Arial"/>
              <a:buNone/>
              <a:defRPr b="1" i="0" sz="1600" u="none" cap="none" strike="noStrike">
                <a:solidFill>
                  <a:srgbClr val="3F3F3F"/>
                </a:solidFill>
                <a:latin typeface="Meiryo"/>
                <a:ea typeface="Meiryo"/>
                <a:cs typeface="Meiryo"/>
                <a:sym typeface="Meiryo"/>
              </a:defRPr>
            </a:lvl3pPr>
            <a:lvl4pPr indent="0" lvl="3" marL="0" marR="0" algn="l">
              <a:lnSpc>
                <a:spcPct val="100000"/>
              </a:lnSpc>
              <a:spcBef>
                <a:spcPts val="0"/>
              </a:spcBef>
              <a:spcAft>
                <a:spcPts val="0"/>
              </a:spcAft>
              <a:buClr>
                <a:srgbClr val="000000"/>
              </a:buClr>
              <a:buSzPts val="1600"/>
              <a:buFont typeface="Arial"/>
              <a:buNone/>
              <a:defRPr b="1" i="0" sz="1600" u="none" cap="none" strike="noStrike">
                <a:solidFill>
                  <a:srgbClr val="3F3F3F"/>
                </a:solidFill>
                <a:latin typeface="Meiryo"/>
                <a:ea typeface="Meiryo"/>
                <a:cs typeface="Meiryo"/>
                <a:sym typeface="Meiryo"/>
              </a:defRPr>
            </a:lvl4pPr>
            <a:lvl5pPr indent="0" lvl="4" marL="0" marR="0" algn="l">
              <a:lnSpc>
                <a:spcPct val="100000"/>
              </a:lnSpc>
              <a:spcBef>
                <a:spcPts val="0"/>
              </a:spcBef>
              <a:spcAft>
                <a:spcPts val="0"/>
              </a:spcAft>
              <a:buClr>
                <a:srgbClr val="000000"/>
              </a:buClr>
              <a:buSzPts val="1600"/>
              <a:buFont typeface="Arial"/>
              <a:buNone/>
              <a:defRPr b="1" i="0" sz="1600" u="none" cap="none" strike="noStrike">
                <a:solidFill>
                  <a:srgbClr val="3F3F3F"/>
                </a:solidFill>
                <a:latin typeface="Meiryo"/>
                <a:ea typeface="Meiryo"/>
                <a:cs typeface="Meiryo"/>
                <a:sym typeface="Meiryo"/>
              </a:defRPr>
            </a:lvl5pPr>
            <a:lvl6pPr indent="0" lvl="5" marL="0" marR="0" algn="l">
              <a:lnSpc>
                <a:spcPct val="100000"/>
              </a:lnSpc>
              <a:spcBef>
                <a:spcPts val="0"/>
              </a:spcBef>
              <a:spcAft>
                <a:spcPts val="0"/>
              </a:spcAft>
              <a:buClr>
                <a:srgbClr val="000000"/>
              </a:buClr>
              <a:buSzPts val="1600"/>
              <a:buFont typeface="Arial"/>
              <a:buNone/>
              <a:defRPr b="1" i="0" sz="1600" u="none" cap="none" strike="noStrike">
                <a:solidFill>
                  <a:srgbClr val="3F3F3F"/>
                </a:solidFill>
                <a:latin typeface="Meiryo"/>
                <a:ea typeface="Meiryo"/>
                <a:cs typeface="Meiryo"/>
                <a:sym typeface="Meiryo"/>
              </a:defRPr>
            </a:lvl6pPr>
            <a:lvl7pPr indent="0" lvl="6" marL="0" marR="0" algn="l">
              <a:lnSpc>
                <a:spcPct val="100000"/>
              </a:lnSpc>
              <a:spcBef>
                <a:spcPts val="0"/>
              </a:spcBef>
              <a:spcAft>
                <a:spcPts val="0"/>
              </a:spcAft>
              <a:buClr>
                <a:srgbClr val="000000"/>
              </a:buClr>
              <a:buSzPts val="1600"/>
              <a:buFont typeface="Arial"/>
              <a:buNone/>
              <a:defRPr b="1" i="0" sz="1600" u="none" cap="none" strike="noStrike">
                <a:solidFill>
                  <a:srgbClr val="3F3F3F"/>
                </a:solidFill>
                <a:latin typeface="Meiryo"/>
                <a:ea typeface="Meiryo"/>
                <a:cs typeface="Meiryo"/>
                <a:sym typeface="Meiryo"/>
              </a:defRPr>
            </a:lvl7pPr>
            <a:lvl8pPr indent="0" lvl="7" marL="0" marR="0" algn="l">
              <a:lnSpc>
                <a:spcPct val="100000"/>
              </a:lnSpc>
              <a:spcBef>
                <a:spcPts val="0"/>
              </a:spcBef>
              <a:spcAft>
                <a:spcPts val="0"/>
              </a:spcAft>
              <a:buClr>
                <a:srgbClr val="000000"/>
              </a:buClr>
              <a:buSzPts val="1600"/>
              <a:buFont typeface="Arial"/>
              <a:buNone/>
              <a:defRPr b="1" i="0" sz="1600" u="none" cap="none" strike="noStrike">
                <a:solidFill>
                  <a:srgbClr val="3F3F3F"/>
                </a:solidFill>
                <a:latin typeface="Meiryo"/>
                <a:ea typeface="Meiryo"/>
                <a:cs typeface="Meiryo"/>
                <a:sym typeface="Meiryo"/>
              </a:defRPr>
            </a:lvl8pPr>
            <a:lvl9pPr indent="0" lvl="8" marL="0" marR="0" algn="l">
              <a:lnSpc>
                <a:spcPct val="100000"/>
              </a:lnSpc>
              <a:spcBef>
                <a:spcPts val="0"/>
              </a:spcBef>
              <a:spcAft>
                <a:spcPts val="0"/>
              </a:spcAft>
              <a:buClr>
                <a:srgbClr val="000000"/>
              </a:buClr>
              <a:buSzPts val="1600"/>
              <a:buFont typeface="Arial"/>
              <a:buNone/>
              <a:defRPr b="1" i="0" sz="1600" u="none" cap="none" strike="noStrike">
                <a:solidFill>
                  <a:srgbClr val="3F3F3F"/>
                </a:solidFill>
                <a:latin typeface="Meiryo"/>
                <a:ea typeface="Meiryo"/>
                <a:cs typeface="Meiryo"/>
                <a:sym typeface="Meiryo"/>
              </a:defRPr>
            </a:lvl9pPr>
          </a:lstStyle>
          <a:p>
            <a:pPr indent="0" lvl="0" marL="0" rtl="0" algn="l">
              <a:spcBef>
                <a:spcPts val="0"/>
              </a:spcBef>
              <a:spcAft>
                <a:spcPts val="0"/>
              </a:spcAft>
              <a:buNone/>
            </a:pPr>
            <a:fld id="{00000000-1234-1234-1234-123412341234}" type="slidenum">
              <a:rPr lang="en-IN"/>
              <a:t>‹#›</a:t>
            </a:fld>
            <a:endParaRPr/>
          </a:p>
        </p:txBody>
      </p:sp>
      <p:cxnSp>
        <p:nvCxnSpPr>
          <p:cNvPr id="96" name="Google Shape;96;p41" title="Rule Line"/>
          <p:cNvCxnSpPr/>
          <p:nvPr/>
        </p:nvCxnSpPr>
        <p:spPr>
          <a:xfrm>
            <a:off x="9111582" y="571502"/>
            <a:ext cx="0" cy="5275467"/>
          </a:xfrm>
          <a:prstGeom prst="straightConnector1">
            <a:avLst/>
          </a:prstGeom>
          <a:noFill/>
          <a:ln cap="flat" cmpd="sng" w="38100">
            <a:solidFill>
              <a:srgbClr val="595959"/>
            </a:solidFill>
            <a:prstDash val="solid"/>
            <a:round/>
            <a:headEnd len="sm" w="sm" type="none"/>
            <a:tailEnd len="sm" w="sm" type="none"/>
          </a:ln>
        </p:spPr>
      </p:cxn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9" name="Shape 9"/>
        <p:cNvGrpSpPr/>
        <p:nvPr/>
      </p:nvGrpSpPr>
      <p:grpSpPr>
        <a:xfrm>
          <a:off x="0" y="0"/>
          <a:ext cx="0" cy="0"/>
          <a:chOff x="0" y="0"/>
          <a:chExt cx="0" cy="0"/>
        </a:xfrm>
      </p:grpSpPr>
      <p:sp>
        <p:nvSpPr>
          <p:cNvPr id="10" name="Google Shape;10;p30"/>
          <p:cNvSpPr/>
          <p:nvPr/>
        </p:nvSpPr>
        <p:spPr>
          <a:xfrm>
            <a:off x="4718302" y="0"/>
            <a:ext cx="7473698" cy="6858000"/>
          </a:xfrm>
          <a:prstGeom prst="rect">
            <a:avLst/>
          </a:prstGeom>
          <a:solidFill>
            <a:schemeClr val="lt1">
              <a:alpha val="74510"/>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Meiryo"/>
              <a:ea typeface="Meiryo"/>
              <a:cs typeface="Meiryo"/>
              <a:sym typeface="Meiryo"/>
            </a:endParaRPr>
          </a:p>
        </p:txBody>
      </p:sp>
      <p:sp>
        <p:nvSpPr>
          <p:cNvPr id="11" name="Google Shape;11;p30"/>
          <p:cNvSpPr txBox="1"/>
          <p:nvPr>
            <p:ph type="title"/>
          </p:nvPr>
        </p:nvSpPr>
        <p:spPr>
          <a:xfrm>
            <a:off x="642918" y="705113"/>
            <a:ext cx="3411973" cy="5197498"/>
          </a:xfrm>
          <a:prstGeom prst="rect">
            <a:avLst/>
          </a:prstGeom>
          <a:noFill/>
          <a:ln>
            <a:noFill/>
          </a:ln>
        </p:spPr>
        <p:txBody>
          <a:bodyPr anchorCtr="0" anchor="ctr" bIns="91425" lIns="109725" spcFirstLastPara="1" rIns="109725" wrap="square" tIns="109725">
            <a:normAutofit/>
          </a:bodyPr>
          <a:lstStyle>
            <a:lvl1pPr lvl="0" marR="0" rtl="0" algn="l">
              <a:lnSpc>
                <a:spcPct val="150000"/>
              </a:lnSpc>
              <a:spcBef>
                <a:spcPts val="0"/>
              </a:spcBef>
              <a:spcAft>
                <a:spcPts val="0"/>
              </a:spcAft>
              <a:buClr>
                <a:srgbClr val="3F3F3F"/>
              </a:buClr>
              <a:buSzPts val="3600"/>
              <a:buFont typeface="Meiryo"/>
              <a:buNone/>
              <a:defRPr b="1" i="0" sz="3600" u="none" cap="none" strike="noStrike">
                <a:solidFill>
                  <a:srgbClr val="3F3F3F"/>
                </a:solidFill>
                <a:latin typeface="Meiryo"/>
                <a:ea typeface="Meiryo"/>
                <a:cs typeface="Meiryo"/>
                <a:sym typeface="Meiryo"/>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2" name="Google Shape;12;p30"/>
          <p:cNvSpPr txBox="1"/>
          <p:nvPr>
            <p:ph idx="1" type="body"/>
          </p:nvPr>
        </p:nvSpPr>
        <p:spPr>
          <a:xfrm>
            <a:off x="5376671" y="705113"/>
            <a:ext cx="6172412" cy="5197497"/>
          </a:xfrm>
          <a:prstGeom prst="rect">
            <a:avLst/>
          </a:prstGeom>
          <a:noFill/>
          <a:ln>
            <a:noFill/>
          </a:ln>
        </p:spPr>
        <p:txBody>
          <a:bodyPr anchorCtr="0" anchor="ctr" bIns="91425" lIns="109725" spcFirstLastPara="1" rIns="109725" wrap="square" tIns="109725">
            <a:normAutofit/>
          </a:bodyPr>
          <a:lstStyle>
            <a:lvl1pPr indent="-228600" lvl="0" marL="457200" marR="0" rtl="0" algn="l">
              <a:lnSpc>
                <a:spcPct val="140000"/>
              </a:lnSpc>
              <a:spcBef>
                <a:spcPts val="930"/>
              </a:spcBef>
              <a:spcAft>
                <a:spcPts val="0"/>
              </a:spcAft>
              <a:buClr>
                <a:srgbClr val="3F3F3F"/>
              </a:buClr>
              <a:buSzPts val="1800"/>
              <a:buFont typeface="Corbel"/>
              <a:buNone/>
              <a:defRPr b="1" i="0" sz="1800" u="none" cap="none" strike="noStrike">
                <a:solidFill>
                  <a:srgbClr val="3F3F3F"/>
                </a:solidFill>
                <a:latin typeface="Meiryo"/>
                <a:ea typeface="Meiryo"/>
                <a:cs typeface="Meiryo"/>
                <a:sym typeface="Meiryo"/>
              </a:defRPr>
            </a:lvl1pPr>
            <a:lvl2pPr indent="-228600" lvl="1" marL="914400" marR="0" rtl="0" algn="l">
              <a:lnSpc>
                <a:spcPct val="140000"/>
              </a:lnSpc>
              <a:spcBef>
                <a:spcPts val="930"/>
              </a:spcBef>
              <a:spcAft>
                <a:spcPts val="0"/>
              </a:spcAft>
              <a:buClr>
                <a:srgbClr val="3F3F3F"/>
              </a:buClr>
              <a:buSzPts val="1600"/>
              <a:buFont typeface="Corbel"/>
              <a:buNone/>
              <a:defRPr b="0" i="0" sz="1600" u="none" cap="none" strike="noStrike">
                <a:solidFill>
                  <a:srgbClr val="3F3F3F"/>
                </a:solidFill>
                <a:latin typeface="Meiryo"/>
                <a:ea typeface="Meiryo"/>
                <a:cs typeface="Meiryo"/>
                <a:sym typeface="Meiryo"/>
              </a:defRPr>
            </a:lvl2pPr>
            <a:lvl3pPr indent="-317500" lvl="2" marL="1371600" marR="0" rtl="0" algn="l">
              <a:lnSpc>
                <a:spcPct val="140000"/>
              </a:lnSpc>
              <a:spcBef>
                <a:spcPts val="930"/>
              </a:spcBef>
              <a:spcAft>
                <a:spcPts val="0"/>
              </a:spcAft>
              <a:buClr>
                <a:srgbClr val="3F3F3F"/>
              </a:buClr>
              <a:buSzPts val="1400"/>
              <a:buFont typeface="Corbel"/>
              <a:buChar char="–"/>
              <a:defRPr b="0" i="1" sz="1400" u="none" cap="none" strike="noStrike">
                <a:solidFill>
                  <a:srgbClr val="3F3F3F"/>
                </a:solidFill>
                <a:latin typeface="Meiryo"/>
                <a:ea typeface="Meiryo"/>
                <a:cs typeface="Meiryo"/>
                <a:sym typeface="Meiryo"/>
              </a:defRPr>
            </a:lvl3pPr>
            <a:lvl4pPr indent="-317500" lvl="3" marL="1828800" marR="0" rtl="0" algn="l">
              <a:lnSpc>
                <a:spcPct val="140000"/>
              </a:lnSpc>
              <a:spcBef>
                <a:spcPts val="930"/>
              </a:spcBef>
              <a:spcAft>
                <a:spcPts val="0"/>
              </a:spcAft>
              <a:buClr>
                <a:srgbClr val="3F3F3F"/>
              </a:buClr>
              <a:buSzPts val="1400"/>
              <a:buFont typeface="Corbel"/>
              <a:buChar char="–"/>
              <a:defRPr b="0" i="0" sz="1400" u="none" cap="none" strike="noStrike">
                <a:solidFill>
                  <a:srgbClr val="3F3F3F"/>
                </a:solidFill>
                <a:latin typeface="Meiryo"/>
                <a:ea typeface="Meiryo"/>
                <a:cs typeface="Meiryo"/>
                <a:sym typeface="Meiryo"/>
              </a:defRPr>
            </a:lvl4pPr>
            <a:lvl5pPr indent="-317500" lvl="4" marL="2286000" marR="0" rtl="0" algn="l">
              <a:lnSpc>
                <a:spcPct val="140000"/>
              </a:lnSpc>
              <a:spcBef>
                <a:spcPts val="930"/>
              </a:spcBef>
              <a:spcAft>
                <a:spcPts val="0"/>
              </a:spcAft>
              <a:buClr>
                <a:srgbClr val="3F3F3F"/>
              </a:buClr>
              <a:buSzPts val="1400"/>
              <a:buFont typeface="Corbel"/>
              <a:buChar char="–"/>
              <a:defRPr b="0" i="1" sz="1400" u="none" cap="none" strike="noStrike">
                <a:solidFill>
                  <a:srgbClr val="3F3F3F"/>
                </a:solidFill>
                <a:latin typeface="Meiryo"/>
                <a:ea typeface="Meiryo"/>
                <a:cs typeface="Meiryo"/>
                <a:sym typeface="Meiryo"/>
              </a:defRPr>
            </a:lvl5pPr>
            <a:lvl6pPr indent="-317500" lvl="5" marL="2743200" marR="0" rtl="0" algn="l">
              <a:lnSpc>
                <a:spcPct val="111000"/>
              </a:lnSpc>
              <a:spcBef>
                <a:spcPts val="930"/>
              </a:spcBef>
              <a:spcAft>
                <a:spcPts val="0"/>
              </a:spcAft>
              <a:buClr>
                <a:srgbClr val="657C95"/>
              </a:buClr>
              <a:buSzPts val="1400"/>
              <a:buFont typeface="Corbel"/>
              <a:buChar char="–"/>
              <a:defRPr b="0" i="0" sz="1400" u="none" cap="none" strike="noStrike">
                <a:solidFill>
                  <a:srgbClr val="657C95"/>
                </a:solidFill>
                <a:latin typeface="Meiryo"/>
                <a:ea typeface="Meiryo"/>
                <a:cs typeface="Meiryo"/>
                <a:sym typeface="Meiryo"/>
              </a:defRPr>
            </a:lvl6pPr>
            <a:lvl7pPr indent="-317500" lvl="6" marL="3200400" marR="0" rtl="0" algn="l">
              <a:lnSpc>
                <a:spcPct val="111000"/>
              </a:lnSpc>
              <a:spcBef>
                <a:spcPts val="930"/>
              </a:spcBef>
              <a:spcAft>
                <a:spcPts val="0"/>
              </a:spcAft>
              <a:buClr>
                <a:srgbClr val="657C95"/>
              </a:buClr>
              <a:buSzPts val="1400"/>
              <a:buFont typeface="Corbel"/>
              <a:buChar char="–"/>
              <a:defRPr b="0" i="1" sz="1400" u="none" cap="none" strike="noStrike">
                <a:solidFill>
                  <a:srgbClr val="657C95"/>
                </a:solidFill>
                <a:latin typeface="Meiryo"/>
                <a:ea typeface="Meiryo"/>
                <a:cs typeface="Meiryo"/>
                <a:sym typeface="Meiryo"/>
              </a:defRPr>
            </a:lvl7pPr>
            <a:lvl8pPr indent="-317500" lvl="7" marL="3657600" marR="0" rtl="0" algn="l">
              <a:lnSpc>
                <a:spcPct val="111000"/>
              </a:lnSpc>
              <a:spcBef>
                <a:spcPts val="930"/>
              </a:spcBef>
              <a:spcAft>
                <a:spcPts val="0"/>
              </a:spcAft>
              <a:buClr>
                <a:srgbClr val="657C95"/>
              </a:buClr>
              <a:buSzPts val="1400"/>
              <a:buFont typeface="Corbel"/>
              <a:buChar char="–"/>
              <a:defRPr b="0" i="0" sz="1400" u="none" cap="none" strike="noStrike">
                <a:solidFill>
                  <a:srgbClr val="657C95"/>
                </a:solidFill>
                <a:latin typeface="Meiryo"/>
                <a:ea typeface="Meiryo"/>
                <a:cs typeface="Meiryo"/>
                <a:sym typeface="Meiryo"/>
              </a:defRPr>
            </a:lvl8pPr>
            <a:lvl9pPr indent="-317500" lvl="8" marL="4114800" marR="0" rtl="0" algn="l">
              <a:lnSpc>
                <a:spcPct val="111000"/>
              </a:lnSpc>
              <a:spcBef>
                <a:spcPts val="930"/>
              </a:spcBef>
              <a:spcAft>
                <a:spcPts val="0"/>
              </a:spcAft>
              <a:buClr>
                <a:srgbClr val="657C95"/>
              </a:buClr>
              <a:buSzPts val="1400"/>
              <a:buFont typeface="Corbel"/>
              <a:buChar char="–"/>
              <a:defRPr b="0" i="1" sz="1400" u="none" cap="none" strike="noStrike">
                <a:solidFill>
                  <a:srgbClr val="657C95"/>
                </a:solidFill>
                <a:latin typeface="Meiryo"/>
                <a:ea typeface="Meiryo"/>
                <a:cs typeface="Meiryo"/>
                <a:sym typeface="Meiryo"/>
              </a:defRPr>
            </a:lvl9pPr>
          </a:lstStyle>
          <a:p/>
        </p:txBody>
      </p:sp>
      <p:sp>
        <p:nvSpPr>
          <p:cNvPr id="13" name="Google Shape;13;p30"/>
          <p:cNvSpPr txBox="1"/>
          <p:nvPr>
            <p:ph idx="10" type="dt"/>
          </p:nvPr>
        </p:nvSpPr>
        <p:spPr>
          <a:xfrm>
            <a:off x="642917" y="6309360"/>
            <a:ext cx="3411973" cy="457200"/>
          </a:xfrm>
          <a:prstGeom prst="rect">
            <a:avLst/>
          </a:prstGeom>
          <a:noFill/>
          <a:ln>
            <a:noFill/>
          </a:ln>
        </p:spPr>
        <p:txBody>
          <a:bodyPr anchorCtr="0" anchor="ctr" bIns="91425" lIns="109725" spcFirstLastPara="1" rIns="109725" wrap="square" tIns="109725">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3F3F3F"/>
                </a:solidFill>
                <a:latin typeface="Meiryo"/>
                <a:ea typeface="Meiryo"/>
                <a:cs typeface="Meiryo"/>
                <a:sym typeface="Meiryo"/>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Meiryo"/>
                <a:ea typeface="Meiryo"/>
                <a:cs typeface="Meiryo"/>
                <a:sym typeface="Meiryo"/>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Meiryo"/>
                <a:ea typeface="Meiryo"/>
                <a:cs typeface="Meiryo"/>
                <a:sym typeface="Meiryo"/>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Meiryo"/>
                <a:ea typeface="Meiryo"/>
                <a:cs typeface="Meiryo"/>
                <a:sym typeface="Meiryo"/>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Meiryo"/>
                <a:ea typeface="Meiryo"/>
                <a:cs typeface="Meiryo"/>
                <a:sym typeface="Meiryo"/>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Meiryo"/>
                <a:ea typeface="Meiryo"/>
                <a:cs typeface="Meiryo"/>
                <a:sym typeface="Meiryo"/>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Meiryo"/>
                <a:ea typeface="Meiryo"/>
                <a:cs typeface="Meiryo"/>
                <a:sym typeface="Meiryo"/>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Meiryo"/>
                <a:ea typeface="Meiryo"/>
                <a:cs typeface="Meiryo"/>
                <a:sym typeface="Meiryo"/>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Meiryo"/>
                <a:ea typeface="Meiryo"/>
                <a:cs typeface="Meiryo"/>
                <a:sym typeface="Meiryo"/>
              </a:defRPr>
            </a:lvl9pPr>
          </a:lstStyle>
          <a:p/>
        </p:txBody>
      </p:sp>
      <p:sp>
        <p:nvSpPr>
          <p:cNvPr id="14" name="Google Shape;14;p30"/>
          <p:cNvSpPr txBox="1"/>
          <p:nvPr>
            <p:ph idx="11" type="ftr"/>
          </p:nvPr>
        </p:nvSpPr>
        <p:spPr>
          <a:xfrm>
            <a:off x="5376670" y="6309360"/>
            <a:ext cx="4946592" cy="457200"/>
          </a:xfrm>
          <a:prstGeom prst="rect">
            <a:avLst/>
          </a:prstGeom>
          <a:noFill/>
          <a:ln>
            <a:noFill/>
          </a:ln>
        </p:spPr>
        <p:txBody>
          <a:bodyPr anchorCtr="0" anchor="ctr" bIns="91425" lIns="109725" spcFirstLastPara="1" rIns="109725" wrap="square" tIns="109725">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3F3F3F"/>
                </a:solidFill>
                <a:latin typeface="Meiryo"/>
                <a:ea typeface="Meiryo"/>
                <a:cs typeface="Meiryo"/>
                <a:sym typeface="Meiryo"/>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Meiryo"/>
                <a:ea typeface="Meiryo"/>
                <a:cs typeface="Meiryo"/>
                <a:sym typeface="Meiryo"/>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Meiryo"/>
                <a:ea typeface="Meiryo"/>
                <a:cs typeface="Meiryo"/>
                <a:sym typeface="Meiryo"/>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Meiryo"/>
                <a:ea typeface="Meiryo"/>
                <a:cs typeface="Meiryo"/>
                <a:sym typeface="Meiryo"/>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Meiryo"/>
                <a:ea typeface="Meiryo"/>
                <a:cs typeface="Meiryo"/>
                <a:sym typeface="Meiryo"/>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Meiryo"/>
                <a:ea typeface="Meiryo"/>
                <a:cs typeface="Meiryo"/>
                <a:sym typeface="Meiryo"/>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Meiryo"/>
                <a:ea typeface="Meiryo"/>
                <a:cs typeface="Meiryo"/>
                <a:sym typeface="Meiryo"/>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Meiryo"/>
                <a:ea typeface="Meiryo"/>
                <a:cs typeface="Meiryo"/>
                <a:sym typeface="Meiryo"/>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Meiryo"/>
                <a:ea typeface="Meiryo"/>
                <a:cs typeface="Meiryo"/>
                <a:sym typeface="Meiryo"/>
              </a:defRPr>
            </a:lvl9pPr>
          </a:lstStyle>
          <a:p/>
        </p:txBody>
      </p:sp>
      <p:sp>
        <p:nvSpPr>
          <p:cNvPr id="15" name="Google Shape;15;p30"/>
          <p:cNvSpPr txBox="1"/>
          <p:nvPr>
            <p:ph idx="12" type="sldNum"/>
          </p:nvPr>
        </p:nvSpPr>
        <p:spPr>
          <a:xfrm>
            <a:off x="10569202" y="6309360"/>
            <a:ext cx="979879" cy="457200"/>
          </a:xfrm>
          <a:prstGeom prst="rect">
            <a:avLst/>
          </a:prstGeom>
          <a:noFill/>
          <a:ln>
            <a:noFill/>
          </a:ln>
        </p:spPr>
        <p:txBody>
          <a:bodyPr anchorCtr="0" anchor="b" bIns="91425" lIns="109725" spcFirstLastPara="1" rIns="109725" wrap="square" tIns="109725">
            <a:noAutofit/>
          </a:bodyPr>
          <a:lstStyle>
            <a:lvl1pPr indent="0" lvl="0" marL="0" marR="0" rtl="0" algn="r">
              <a:lnSpc>
                <a:spcPct val="100000"/>
              </a:lnSpc>
              <a:spcBef>
                <a:spcPts val="0"/>
              </a:spcBef>
              <a:spcAft>
                <a:spcPts val="0"/>
              </a:spcAft>
              <a:buClr>
                <a:srgbClr val="000000"/>
              </a:buClr>
              <a:buSzPts val="1600"/>
              <a:buFont typeface="Arial"/>
              <a:buNone/>
              <a:defRPr b="1" i="0" sz="1600" u="none" cap="none" strike="noStrike">
                <a:solidFill>
                  <a:srgbClr val="3F3F3F"/>
                </a:solidFill>
                <a:latin typeface="Meiryo"/>
                <a:ea typeface="Meiryo"/>
                <a:cs typeface="Meiryo"/>
                <a:sym typeface="Meiryo"/>
              </a:defRPr>
            </a:lvl1pPr>
            <a:lvl2pPr indent="0" lvl="1" marL="0" marR="0" rtl="0" algn="r">
              <a:lnSpc>
                <a:spcPct val="100000"/>
              </a:lnSpc>
              <a:spcBef>
                <a:spcPts val="0"/>
              </a:spcBef>
              <a:spcAft>
                <a:spcPts val="0"/>
              </a:spcAft>
              <a:buClr>
                <a:srgbClr val="000000"/>
              </a:buClr>
              <a:buSzPts val="1600"/>
              <a:buFont typeface="Arial"/>
              <a:buNone/>
              <a:defRPr b="1" i="0" sz="1600" u="none" cap="none" strike="noStrike">
                <a:solidFill>
                  <a:srgbClr val="3F3F3F"/>
                </a:solidFill>
                <a:latin typeface="Meiryo"/>
                <a:ea typeface="Meiryo"/>
                <a:cs typeface="Meiryo"/>
                <a:sym typeface="Meiryo"/>
              </a:defRPr>
            </a:lvl2pPr>
            <a:lvl3pPr indent="0" lvl="2" marL="0" marR="0" rtl="0" algn="r">
              <a:lnSpc>
                <a:spcPct val="100000"/>
              </a:lnSpc>
              <a:spcBef>
                <a:spcPts val="0"/>
              </a:spcBef>
              <a:spcAft>
                <a:spcPts val="0"/>
              </a:spcAft>
              <a:buClr>
                <a:srgbClr val="000000"/>
              </a:buClr>
              <a:buSzPts val="1600"/>
              <a:buFont typeface="Arial"/>
              <a:buNone/>
              <a:defRPr b="1" i="0" sz="1600" u="none" cap="none" strike="noStrike">
                <a:solidFill>
                  <a:srgbClr val="3F3F3F"/>
                </a:solidFill>
                <a:latin typeface="Meiryo"/>
                <a:ea typeface="Meiryo"/>
                <a:cs typeface="Meiryo"/>
                <a:sym typeface="Meiryo"/>
              </a:defRPr>
            </a:lvl3pPr>
            <a:lvl4pPr indent="0" lvl="3" marL="0" marR="0" rtl="0" algn="r">
              <a:lnSpc>
                <a:spcPct val="100000"/>
              </a:lnSpc>
              <a:spcBef>
                <a:spcPts val="0"/>
              </a:spcBef>
              <a:spcAft>
                <a:spcPts val="0"/>
              </a:spcAft>
              <a:buClr>
                <a:srgbClr val="000000"/>
              </a:buClr>
              <a:buSzPts val="1600"/>
              <a:buFont typeface="Arial"/>
              <a:buNone/>
              <a:defRPr b="1" i="0" sz="1600" u="none" cap="none" strike="noStrike">
                <a:solidFill>
                  <a:srgbClr val="3F3F3F"/>
                </a:solidFill>
                <a:latin typeface="Meiryo"/>
                <a:ea typeface="Meiryo"/>
                <a:cs typeface="Meiryo"/>
                <a:sym typeface="Meiryo"/>
              </a:defRPr>
            </a:lvl4pPr>
            <a:lvl5pPr indent="0" lvl="4" marL="0" marR="0" rtl="0" algn="r">
              <a:lnSpc>
                <a:spcPct val="100000"/>
              </a:lnSpc>
              <a:spcBef>
                <a:spcPts val="0"/>
              </a:spcBef>
              <a:spcAft>
                <a:spcPts val="0"/>
              </a:spcAft>
              <a:buClr>
                <a:srgbClr val="000000"/>
              </a:buClr>
              <a:buSzPts val="1600"/>
              <a:buFont typeface="Arial"/>
              <a:buNone/>
              <a:defRPr b="1" i="0" sz="1600" u="none" cap="none" strike="noStrike">
                <a:solidFill>
                  <a:srgbClr val="3F3F3F"/>
                </a:solidFill>
                <a:latin typeface="Meiryo"/>
                <a:ea typeface="Meiryo"/>
                <a:cs typeface="Meiryo"/>
                <a:sym typeface="Meiryo"/>
              </a:defRPr>
            </a:lvl5pPr>
            <a:lvl6pPr indent="0" lvl="5" marL="0" marR="0" rtl="0" algn="r">
              <a:lnSpc>
                <a:spcPct val="100000"/>
              </a:lnSpc>
              <a:spcBef>
                <a:spcPts val="0"/>
              </a:spcBef>
              <a:spcAft>
                <a:spcPts val="0"/>
              </a:spcAft>
              <a:buClr>
                <a:srgbClr val="000000"/>
              </a:buClr>
              <a:buSzPts val="1600"/>
              <a:buFont typeface="Arial"/>
              <a:buNone/>
              <a:defRPr b="1" i="0" sz="1600" u="none" cap="none" strike="noStrike">
                <a:solidFill>
                  <a:srgbClr val="3F3F3F"/>
                </a:solidFill>
                <a:latin typeface="Meiryo"/>
                <a:ea typeface="Meiryo"/>
                <a:cs typeface="Meiryo"/>
                <a:sym typeface="Meiryo"/>
              </a:defRPr>
            </a:lvl6pPr>
            <a:lvl7pPr indent="0" lvl="6" marL="0" marR="0" rtl="0" algn="r">
              <a:lnSpc>
                <a:spcPct val="100000"/>
              </a:lnSpc>
              <a:spcBef>
                <a:spcPts val="0"/>
              </a:spcBef>
              <a:spcAft>
                <a:spcPts val="0"/>
              </a:spcAft>
              <a:buClr>
                <a:srgbClr val="000000"/>
              </a:buClr>
              <a:buSzPts val="1600"/>
              <a:buFont typeface="Arial"/>
              <a:buNone/>
              <a:defRPr b="1" i="0" sz="1600" u="none" cap="none" strike="noStrike">
                <a:solidFill>
                  <a:srgbClr val="3F3F3F"/>
                </a:solidFill>
                <a:latin typeface="Meiryo"/>
                <a:ea typeface="Meiryo"/>
                <a:cs typeface="Meiryo"/>
                <a:sym typeface="Meiryo"/>
              </a:defRPr>
            </a:lvl7pPr>
            <a:lvl8pPr indent="0" lvl="7" marL="0" marR="0" rtl="0" algn="r">
              <a:lnSpc>
                <a:spcPct val="100000"/>
              </a:lnSpc>
              <a:spcBef>
                <a:spcPts val="0"/>
              </a:spcBef>
              <a:spcAft>
                <a:spcPts val="0"/>
              </a:spcAft>
              <a:buClr>
                <a:srgbClr val="000000"/>
              </a:buClr>
              <a:buSzPts val="1600"/>
              <a:buFont typeface="Arial"/>
              <a:buNone/>
              <a:defRPr b="1" i="0" sz="1600" u="none" cap="none" strike="noStrike">
                <a:solidFill>
                  <a:srgbClr val="3F3F3F"/>
                </a:solidFill>
                <a:latin typeface="Meiryo"/>
                <a:ea typeface="Meiryo"/>
                <a:cs typeface="Meiryo"/>
                <a:sym typeface="Meiryo"/>
              </a:defRPr>
            </a:lvl8pPr>
            <a:lvl9pPr indent="0" lvl="8" marL="0" marR="0" rtl="0" algn="r">
              <a:lnSpc>
                <a:spcPct val="100000"/>
              </a:lnSpc>
              <a:spcBef>
                <a:spcPts val="0"/>
              </a:spcBef>
              <a:spcAft>
                <a:spcPts val="0"/>
              </a:spcAft>
              <a:buClr>
                <a:srgbClr val="000000"/>
              </a:buClr>
              <a:buSzPts val="1600"/>
              <a:buFont typeface="Arial"/>
              <a:buNone/>
              <a:defRPr b="1" i="0" sz="1600" u="none" cap="none" strike="noStrike">
                <a:solidFill>
                  <a:srgbClr val="3F3F3F"/>
                </a:solidFill>
                <a:latin typeface="Meiryo"/>
                <a:ea typeface="Meiryo"/>
                <a:cs typeface="Meiryo"/>
                <a:sym typeface="Meiryo"/>
              </a:defRPr>
            </a:lvl9pPr>
          </a:lstStyle>
          <a:p>
            <a:pPr indent="0" lvl="0" marL="0" rtl="0" algn="r">
              <a:spcBef>
                <a:spcPts val="0"/>
              </a:spcBef>
              <a:spcAft>
                <a:spcPts val="0"/>
              </a:spcAft>
              <a:buNone/>
            </a:pPr>
            <a:fld id="{00000000-1234-1234-1234-123412341234}" type="slidenum">
              <a:rPr lang="en-IN"/>
              <a:t>‹#›</a:t>
            </a:fld>
            <a:endParaRPr/>
          </a:p>
        </p:txBody>
      </p:sp>
      <p:sp>
        <p:nvSpPr>
          <p:cNvPr id="16" name="Google Shape;16;p30"/>
          <p:cNvSpPr/>
          <p:nvPr/>
        </p:nvSpPr>
        <p:spPr>
          <a:xfrm rot="5400000">
            <a:off x="1257298" y="3396997"/>
            <a:ext cx="6858002" cy="64008"/>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Meiryo"/>
              <a:ea typeface="Meiryo"/>
              <a:cs typeface="Meiryo"/>
              <a:sym typeface="Meiryo"/>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1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1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1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4.png"/><Relationship Id="rId4" Type="http://schemas.openxmlformats.org/officeDocument/2006/relationships/image" Target="../media/image9.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7.png"/><Relationship Id="rId4" Type="http://schemas.openxmlformats.org/officeDocument/2006/relationships/image" Target="../media/image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1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19.png"/><Relationship Id="rId4" Type="http://schemas.openxmlformats.org/officeDocument/2006/relationships/image" Target="../media/image1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8.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1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30.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10.png"/><Relationship Id="rId4" Type="http://schemas.openxmlformats.org/officeDocument/2006/relationships/image" Target="../media/image16.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17.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18.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2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28.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23.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image" Target="../media/image36.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20.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 Id="rId3" Type="http://schemas.openxmlformats.org/officeDocument/2006/relationships/image" Target="../media/image40.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 Id="rId3" Type="http://schemas.openxmlformats.org/officeDocument/2006/relationships/image" Target="../media/image35.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 Id="rId3" Type="http://schemas.openxmlformats.org/officeDocument/2006/relationships/image" Target="../media/image22.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 Id="rId3" Type="http://schemas.openxmlformats.org/officeDocument/2006/relationships/image" Target="../media/image25.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 Id="rId3" Type="http://schemas.openxmlformats.org/officeDocument/2006/relationships/image" Target="../media/image24.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 Id="rId3" Type="http://schemas.openxmlformats.org/officeDocument/2006/relationships/image" Target="../media/image38.png"/><Relationship Id="rId4" Type="http://schemas.openxmlformats.org/officeDocument/2006/relationships/image" Target="../media/image50.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 Id="rId3" Type="http://schemas.openxmlformats.org/officeDocument/2006/relationships/hyperlink" Target="https://owasp.org/www-community/attacks/SQL_Injection" TargetMode="External"/><Relationship Id="rId4" Type="http://schemas.openxmlformats.org/officeDocument/2006/relationships/image" Target="../media/image26.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 Id="rId3" Type="http://schemas.openxmlformats.org/officeDocument/2006/relationships/image" Target="../media/image53.png"/><Relationship Id="rId4" Type="http://schemas.openxmlformats.org/officeDocument/2006/relationships/image" Target="../media/image49.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 Id="rId3" Type="http://schemas.openxmlformats.org/officeDocument/2006/relationships/image" Target="../media/image55.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 Id="rId3" Type="http://schemas.openxmlformats.org/officeDocument/2006/relationships/image" Target="../media/image27.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 Id="rId3" Type="http://schemas.openxmlformats.org/officeDocument/2006/relationships/image" Target="../media/image31.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 Id="rId3" Type="http://schemas.openxmlformats.org/officeDocument/2006/relationships/image" Target="../media/image39.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 Id="rId3" Type="http://schemas.openxmlformats.org/officeDocument/2006/relationships/image" Target="../media/image46.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 Id="rId3" Type="http://schemas.openxmlformats.org/officeDocument/2006/relationships/image" Target="../media/image42.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 Id="rId3" Type="http://schemas.openxmlformats.org/officeDocument/2006/relationships/image" Target="../media/image54.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 Id="rId3" Type="http://schemas.openxmlformats.org/officeDocument/2006/relationships/image" Target="../media/image29.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 Id="rId3" Type="http://schemas.openxmlformats.org/officeDocument/2006/relationships/image" Target="../media/image34.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 Id="rId3" Type="http://schemas.openxmlformats.org/officeDocument/2006/relationships/image" Target="../media/image32.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 Id="rId3" Type="http://schemas.openxmlformats.org/officeDocument/2006/relationships/image" Target="../media/image47.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 Id="rId3" Type="http://schemas.openxmlformats.org/officeDocument/2006/relationships/image" Target="../media/image33.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 Id="rId3" Type="http://schemas.openxmlformats.org/officeDocument/2006/relationships/image" Target="../media/image37.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 Id="rId3" Type="http://schemas.openxmlformats.org/officeDocument/2006/relationships/image" Target="../media/image41.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 Id="rId3" Type="http://schemas.openxmlformats.org/officeDocument/2006/relationships/image" Target="../media/image56.png"/><Relationship Id="rId4" Type="http://schemas.openxmlformats.org/officeDocument/2006/relationships/image" Target="../media/image63.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 Id="rId3" Type="http://schemas.openxmlformats.org/officeDocument/2006/relationships/image" Target="../media/image43.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 Id="rId3" Type="http://schemas.openxmlformats.org/officeDocument/2006/relationships/image" Target="../media/image44.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6.xml"/><Relationship Id="rId3" Type="http://schemas.openxmlformats.org/officeDocument/2006/relationships/image" Target="../media/image62.png"/><Relationship Id="rId4" Type="http://schemas.openxmlformats.org/officeDocument/2006/relationships/image" Target="../media/image60.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7.xml"/><Relationship Id="rId3" Type="http://schemas.openxmlformats.org/officeDocument/2006/relationships/image" Target="../media/image57.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8.xml"/><Relationship Id="rId3" Type="http://schemas.openxmlformats.org/officeDocument/2006/relationships/image" Target="../media/image51.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9.xml"/><Relationship Id="rId3" Type="http://schemas.openxmlformats.org/officeDocument/2006/relationships/image" Target="../media/image45.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0.xml"/><Relationship Id="rId3" Type="http://schemas.openxmlformats.org/officeDocument/2006/relationships/image" Target="../media/image58.png"/><Relationship Id="rId4" Type="http://schemas.openxmlformats.org/officeDocument/2006/relationships/image" Target="../media/image59.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1.xml"/><Relationship Id="rId3" Type="http://schemas.openxmlformats.org/officeDocument/2006/relationships/image" Target="../media/image48.png"/><Relationship Id="rId4" Type="http://schemas.openxmlformats.org/officeDocument/2006/relationships/image" Target="../media/image61.pn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2.xml"/><Relationship Id="rId3" Type="http://schemas.openxmlformats.org/officeDocument/2006/relationships/image" Target="../media/image52.pn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100" name="Shape 100"/>
        <p:cNvGrpSpPr/>
        <p:nvPr/>
      </p:nvGrpSpPr>
      <p:grpSpPr>
        <a:xfrm>
          <a:off x="0" y="0"/>
          <a:ext cx="0" cy="0"/>
          <a:chOff x="0" y="0"/>
          <a:chExt cx="0" cy="0"/>
        </a:xfrm>
      </p:grpSpPr>
      <p:sp>
        <p:nvSpPr>
          <p:cNvPr id="101" name="Google Shape;101;p1"/>
          <p:cNvSpPr/>
          <p:nvPr/>
        </p:nvSpPr>
        <p:spPr>
          <a:xfrm flipH="1">
            <a:off x="0" y="0"/>
            <a:ext cx="12192001" cy="6858000"/>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Meiryo"/>
              <a:ea typeface="Meiryo"/>
              <a:cs typeface="Meiryo"/>
              <a:sym typeface="Meiryo"/>
            </a:endParaRPr>
          </a:p>
        </p:txBody>
      </p:sp>
      <p:sp>
        <p:nvSpPr>
          <p:cNvPr id="102" name="Google Shape;102;p1"/>
          <p:cNvSpPr/>
          <p:nvPr/>
        </p:nvSpPr>
        <p:spPr>
          <a:xfrm>
            <a:off x="1" y="825689"/>
            <a:ext cx="6795928" cy="2594215"/>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Meiryo"/>
              <a:ea typeface="Meiryo"/>
              <a:cs typeface="Meiryo"/>
              <a:sym typeface="Meiryo"/>
            </a:endParaRPr>
          </a:p>
        </p:txBody>
      </p:sp>
      <p:sp>
        <p:nvSpPr>
          <p:cNvPr id="103" name="Google Shape;103;p1"/>
          <p:cNvSpPr txBox="1"/>
          <p:nvPr>
            <p:ph type="ctrTitle"/>
          </p:nvPr>
        </p:nvSpPr>
        <p:spPr>
          <a:xfrm>
            <a:off x="1635103" y="1057522"/>
            <a:ext cx="4741843" cy="2173433"/>
          </a:xfrm>
          <a:prstGeom prst="rect">
            <a:avLst/>
          </a:prstGeom>
          <a:noFill/>
          <a:ln>
            <a:noFill/>
          </a:ln>
        </p:spPr>
        <p:txBody>
          <a:bodyPr anchorCtr="0" anchor="ctr" bIns="91425" lIns="109725" spcFirstLastPara="1" rIns="109725" wrap="square" tIns="109725">
            <a:noAutofit/>
          </a:bodyPr>
          <a:lstStyle/>
          <a:p>
            <a:pPr indent="0" lvl="0" marL="0" rtl="0" algn="l">
              <a:lnSpc>
                <a:spcPct val="125000"/>
              </a:lnSpc>
              <a:spcBef>
                <a:spcPts val="0"/>
              </a:spcBef>
              <a:spcAft>
                <a:spcPts val="0"/>
              </a:spcAft>
              <a:buClr>
                <a:schemeClr val="lt1"/>
              </a:buClr>
              <a:buSzPts val="3960"/>
              <a:buFont typeface="Meiryo"/>
              <a:buNone/>
            </a:pPr>
            <a:r>
              <a:rPr lang="en-IN" sz="3260">
                <a:solidFill>
                  <a:schemeClr val="lt1"/>
                </a:solidFill>
              </a:rPr>
              <a:t>Red Team to Blue Team: A Web Application VAPT with a SIEM Roadmap</a:t>
            </a:r>
            <a:endParaRPr sz="4700"/>
          </a:p>
        </p:txBody>
      </p:sp>
      <p:sp>
        <p:nvSpPr>
          <p:cNvPr id="104" name="Google Shape;104;p1"/>
          <p:cNvSpPr/>
          <p:nvPr/>
        </p:nvSpPr>
        <p:spPr>
          <a:xfrm>
            <a:off x="-1" y="889697"/>
            <a:ext cx="1070775" cy="2466198"/>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Meiryo"/>
              <a:ea typeface="Meiryo"/>
              <a:cs typeface="Meiryo"/>
              <a:sym typeface="Meiryo"/>
            </a:endParaRPr>
          </a:p>
        </p:txBody>
      </p:sp>
      <p:sp>
        <p:nvSpPr>
          <p:cNvPr id="105" name="Google Shape;105;p1"/>
          <p:cNvSpPr/>
          <p:nvPr/>
        </p:nvSpPr>
        <p:spPr>
          <a:xfrm rot="5400000">
            <a:off x="-2390232" y="3396997"/>
            <a:ext cx="6858002" cy="64008"/>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Meiryo"/>
              <a:ea typeface="Meiryo"/>
              <a:cs typeface="Meiryo"/>
              <a:sym typeface="Meiryo"/>
            </a:endParaRPr>
          </a:p>
        </p:txBody>
      </p:sp>
      <p:sp>
        <p:nvSpPr>
          <p:cNvPr id="106" name="Google Shape;106;p1"/>
          <p:cNvSpPr/>
          <p:nvPr/>
        </p:nvSpPr>
        <p:spPr>
          <a:xfrm rot="5400000">
            <a:off x="3398931" y="3396997"/>
            <a:ext cx="6858002" cy="64008"/>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Meiryo"/>
              <a:ea typeface="Meiryo"/>
              <a:cs typeface="Meiryo"/>
              <a:sym typeface="Meiryo"/>
            </a:endParaRPr>
          </a:p>
        </p:txBody>
      </p:sp>
      <p:pic>
        <p:nvPicPr>
          <p:cNvPr descr="An abstract genetic concept" id="107" name="Google Shape;107;p1"/>
          <p:cNvPicPr preferRelativeResize="0"/>
          <p:nvPr/>
        </p:nvPicPr>
        <p:blipFill rotWithShape="1">
          <a:blip r:embed="rId3">
            <a:alphaModFix/>
          </a:blip>
          <a:srcRect b="0" l="13622" r="8628" t="0"/>
          <a:stretch/>
        </p:blipFill>
        <p:spPr>
          <a:xfrm>
            <a:off x="6859936" y="-2"/>
            <a:ext cx="5332064" cy="6858002"/>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111" name="Shape 111"/>
        <p:cNvGrpSpPr/>
        <p:nvPr/>
      </p:nvGrpSpPr>
      <p:grpSpPr>
        <a:xfrm>
          <a:off x="0" y="0"/>
          <a:ext cx="0" cy="0"/>
          <a:chOff x="0" y="0"/>
          <a:chExt cx="0" cy="0"/>
        </a:xfrm>
      </p:grpSpPr>
      <p:sp>
        <p:nvSpPr>
          <p:cNvPr id="112" name="Google Shape;112;p2"/>
          <p:cNvSpPr/>
          <p:nvPr/>
        </p:nvSpPr>
        <p:spPr>
          <a:xfrm>
            <a:off x="4718302" y="0"/>
            <a:ext cx="7473698" cy="6858000"/>
          </a:xfrm>
          <a:prstGeom prst="rect">
            <a:avLst/>
          </a:prstGeom>
          <a:solidFill>
            <a:schemeClr val="lt1">
              <a:alpha val="74510"/>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Meiryo"/>
              <a:ea typeface="Meiryo"/>
              <a:cs typeface="Meiryo"/>
              <a:sym typeface="Meiryo"/>
            </a:endParaRPr>
          </a:p>
        </p:txBody>
      </p:sp>
      <p:sp>
        <p:nvSpPr>
          <p:cNvPr id="113" name="Google Shape;113;p2"/>
          <p:cNvSpPr/>
          <p:nvPr/>
        </p:nvSpPr>
        <p:spPr>
          <a:xfrm rot="5400000">
            <a:off x="1257298" y="3396997"/>
            <a:ext cx="6858002" cy="64008"/>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Meiryo"/>
              <a:ea typeface="Meiryo"/>
              <a:cs typeface="Meiryo"/>
              <a:sym typeface="Meiryo"/>
            </a:endParaRPr>
          </a:p>
        </p:txBody>
      </p:sp>
      <p:sp>
        <p:nvSpPr>
          <p:cNvPr id="114" name="Google Shape;114;p2"/>
          <p:cNvSpPr/>
          <p:nvPr/>
        </p:nvSpPr>
        <p:spPr>
          <a:xfrm>
            <a:off x="0" y="0"/>
            <a:ext cx="12192001" cy="6858000"/>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Meiryo"/>
              <a:ea typeface="Meiryo"/>
              <a:cs typeface="Meiryo"/>
              <a:sym typeface="Meiryo"/>
            </a:endParaRPr>
          </a:p>
        </p:txBody>
      </p:sp>
      <p:sp>
        <p:nvSpPr>
          <p:cNvPr id="115" name="Google Shape;115;p2"/>
          <p:cNvSpPr/>
          <p:nvPr/>
        </p:nvSpPr>
        <p:spPr>
          <a:xfrm>
            <a:off x="1038768" y="2130218"/>
            <a:ext cx="11153231" cy="4727782"/>
          </a:xfrm>
          <a:prstGeom prst="rect">
            <a:avLst/>
          </a:prstGeom>
          <a:solidFill>
            <a:schemeClr val="lt1">
              <a:alpha val="74510"/>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Meiryo"/>
              <a:ea typeface="Meiryo"/>
              <a:cs typeface="Meiryo"/>
              <a:sym typeface="Meiryo"/>
            </a:endParaRPr>
          </a:p>
        </p:txBody>
      </p:sp>
      <p:sp>
        <p:nvSpPr>
          <p:cNvPr id="116" name="Google Shape;116;p2"/>
          <p:cNvSpPr/>
          <p:nvPr/>
        </p:nvSpPr>
        <p:spPr>
          <a:xfrm>
            <a:off x="0" y="896641"/>
            <a:ext cx="12192000" cy="1347716"/>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Meiryo"/>
              <a:ea typeface="Meiryo"/>
              <a:cs typeface="Meiryo"/>
              <a:sym typeface="Meiryo"/>
            </a:endParaRPr>
          </a:p>
        </p:txBody>
      </p:sp>
      <p:sp>
        <p:nvSpPr>
          <p:cNvPr id="117" name="Google Shape;117;p2"/>
          <p:cNvSpPr txBox="1"/>
          <p:nvPr/>
        </p:nvSpPr>
        <p:spPr>
          <a:xfrm>
            <a:off x="1535371" y="1044054"/>
            <a:ext cx="10013709" cy="1030360"/>
          </a:xfrm>
          <a:prstGeom prst="rect">
            <a:avLst/>
          </a:prstGeom>
          <a:noFill/>
          <a:ln>
            <a:noFill/>
          </a:ln>
        </p:spPr>
        <p:txBody>
          <a:bodyPr anchorCtr="0" anchor="ctr" bIns="91425" lIns="109725" spcFirstLastPara="1" rIns="109725" wrap="square" tIns="109725">
            <a:normAutofit/>
          </a:bodyPr>
          <a:lstStyle/>
          <a:p>
            <a:pPr indent="0" lvl="0" marL="0" marR="0" rtl="0" algn="l">
              <a:lnSpc>
                <a:spcPct val="140000"/>
              </a:lnSpc>
              <a:spcBef>
                <a:spcPts val="0"/>
              </a:spcBef>
              <a:spcAft>
                <a:spcPts val="0"/>
              </a:spcAft>
              <a:buClr>
                <a:srgbClr val="000000"/>
              </a:buClr>
              <a:buSzPts val="1600"/>
              <a:buFont typeface="Arial"/>
              <a:buNone/>
            </a:pPr>
            <a:r>
              <a:rPr b="1" i="0" lang="en-IN" sz="1600" u="none" cap="none" strike="noStrike">
                <a:solidFill>
                  <a:schemeClr val="lt1"/>
                </a:solidFill>
                <a:latin typeface="Meiryo"/>
                <a:ea typeface="Meiryo"/>
                <a:cs typeface="Meiryo"/>
                <a:sym typeface="Meiryo"/>
              </a:rPr>
              <a:t>End-to-End Cybersecurity Pipeline: Web App Pentesting</a:t>
            </a:r>
            <a:r>
              <a:rPr b="1" lang="en-IN" sz="1600">
                <a:solidFill>
                  <a:schemeClr val="lt1"/>
                </a:solidFill>
                <a:latin typeface="Meiryo"/>
                <a:ea typeface="Meiryo"/>
                <a:cs typeface="Meiryo"/>
                <a:sym typeface="Meiryo"/>
              </a:rPr>
              <a:t> And </a:t>
            </a:r>
            <a:r>
              <a:rPr b="1" i="0" lang="en-IN" sz="1600" u="none" cap="none" strike="noStrike">
                <a:solidFill>
                  <a:schemeClr val="lt1"/>
                </a:solidFill>
                <a:latin typeface="Meiryo"/>
                <a:ea typeface="Meiryo"/>
                <a:cs typeface="Meiryo"/>
                <a:sym typeface="Meiryo"/>
              </a:rPr>
              <a:t>SIEM Threat Hunting</a:t>
            </a:r>
            <a:endParaRPr b="0" i="0" sz="1800" u="none" cap="none" strike="noStrike">
              <a:solidFill>
                <a:srgbClr val="000000"/>
              </a:solidFill>
              <a:latin typeface="Arial"/>
              <a:ea typeface="Arial"/>
              <a:cs typeface="Arial"/>
              <a:sym typeface="Arial"/>
            </a:endParaRPr>
          </a:p>
        </p:txBody>
      </p:sp>
      <p:sp>
        <p:nvSpPr>
          <p:cNvPr id="118" name="Google Shape;118;p2"/>
          <p:cNvSpPr/>
          <p:nvPr/>
        </p:nvSpPr>
        <p:spPr>
          <a:xfrm>
            <a:off x="-1" y="962423"/>
            <a:ext cx="1006766" cy="1216152"/>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Meiryo"/>
              <a:ea typeface="Meiryo"/>
              <a:cs typeface="Meiryo"/>
              <a:sym typeface="Meiryo"/>
            </a:endParaRPr>
          </a:p>
        </p:txBody>
      </p:sp>
      <p:sp>
        <p:nvSpPr>
          <p:cNvPr id="119" name="Google Shape;119;p2"/>
          <p:cNvSpPr/>
          <p:nvPr/>
        </p:nvSpPr>
        <p:spPr>
          <a:xfrm rot="5400000">
            <a:off x="-2390232" y="3396997"/>
            <a:ext cx="6858002" cy="64008"/>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Meiryo"/>
              <a:ea typeface="Meiryo"/>
              <a:cs typeface="Meiryo"/>
              <a:sym typeface="Meiryo"/>
            </a:endParaRPr>
          </a:p>
        </p:txBody>
      </p:sp>
      <p:sp>
        <p:nvSpPr>
          <p:cNvPr id="120" name="Google Shape;120;p2"/>
          <p:cNvSpPr txBox="1"/>
          <p:nvPr/>
        </p:nvSpPr>
        <p:spPr>
          <a:xfrm>
            <a:off x="1535375" y="2702250"/>
            <a:ext cx="10702200" cy="3426300"/>
          </a:xfrm>
          <a:prstGeom prst="rect">
            <a:avLst/>
          </a:prstGeom>
          <a:noFill/>
          <a:ln>
            <a:noFill/>
          </a:ln>
        </p:spPr>
        <p:txBody>
          <a:bodyPr anchorCtr="0" anchor="t" bIns="91425" lIns="109725" spcFirstLastPara="1" rIns="109725" wrap="square" tIns="109725">
            <a:noAutofit/>
          </a:bodyPr>
          <a:lstStyle/>
          <a:p>
            <a:pPr indent="0" lvl="0" marL="0" marR="0" rtl="0" algn="l">
              <a:lnSpc>
                <a:spcPct val="130000"/>
              </a:lnSpc>
              <a:spcBef>
                <a:spcPts val="0"/>
              </a:spcBef>
              <a:spcAft>
                <a:spcPts val="0"/>
              </a:spcAft>
              <a:buClr>
                <a:srgbClr val="000000"/>
              </a:buClr>
              <a:buSzPts val="1500"/>
              <a:buFont typeface="Arial"/>
              <a:buNone/>
            </a:pPr>
            <a:r>
              <a:rPr b="0" i="0" lang="en-IN" sz="1500" u="none" cap="none" strike="noStrike">
                <a:solidFill>
                  <a:srgbClr val="3F3F3F"/>
                </a:solidFill>
                <a:latin typeface="Meiryo"/>
                <a:ea typeface="Meiryo"/>
                <a:cs typeface="Meiryo"/>
                <a:sym typeface="Meiryo"/>
              </a:rPr>
              <a:t>What is this project about?</a:t>
            </a:r>
            <a:endParaRPr b="0" i="0" sz="1500" u="none" cap="none" strike="noStrike">
              <a:solidFill>
                <a:srgbClr val="000000"/>
              </a:solidFill>
              <a:latin typeface="Arial"/>
              <a:ea typeface="Arial"/>
              <a:cs typeface="Arial"/>
              <a:sym typeface="Arial"/>
            </a:endParaRPr>
          </a:p>
          <a:p>
            <a:pPr indent="0" lvl="0" marL="0" marR="0" rtl="0" algn="l">
              <a:lnSpc>
                <a:spcPct val="130000"/>
              </a:lnSpc>
              <a:spcBef>
                <a:spcPts val="930"/>
              </a:spcBef>
              <a:spcAft>
                <a:spcPts val="0"/>
              </a:spcAft>
              <a:buClr>
                <a:srgbClr val="000000"/>
              </a:buClr>
              <a:buSzPts val="1500"/>
              <a:buFont typeface="Arial"/>
              <a:buNone/>
            </a:pPr>
            <a:r>
              <a:rPr b="0" i="0" lang="en-IN" sz="1500" u="none" cap="none" strike="noStrike">
                <a:solidFill>
                  <a:srgbClr val="3F3F3F"/>
                </a:solidFill>
                <a:latin typeface="Meiryo"/>
                <a:ea typeface="Meiryo"/>
                <a:cs typeface="Meiryo"/>
                <a:sym typeface="Meiryo"/>
              </a:rPr>
              <a:t>This is a </a:t>
            </a:r>
            <a:r>
              <a:rPr b="1" i="0" lang="en-IN" sz="1500" u="none" cap="none" strike="noStrike">
                <a:solidFill>
                  <a:srgbClr val="3F3F3F"/>
                </a:solidFill>
                <a:latin typeface="Meiryo"/>
                <a:ea typeface="Meiryo"/>
                <a:cs typeface="Meiryo"/>
                <a:sym typeface="Meiryo"/>
              </a:rPr>
              <a:t>complete cyber security project</a:t>
            </a:r>
            <a:r>
              <a:rPr b="0" i="0" lang="en-IN" sz="1500" u="none" cap="none" strike="noStrike">
                <a:solidFill>
                  <a:srgbClr val="3F3F3F"/>
                </a:solidFill>
                <a:latin typeface="Meiryo"/>
                <a:ea typeface="Meiryo"/>
                <a:cs typeface="Meiryo"/>
                <a:sym typeface="Meiryo"/>
              </a:rPr>
              <a:t> where I take the role of both an </a:t>
            </a:r>
            <a:r>
              <a:rPr b="1" i="0" lang="en-IN" sz="1500" u="none" cap="none" strike="noStrike">
                <a:solidFill>
                  <a:srgbClr val="3F3F3F"/>
                </a:solidFill>
                <a:latin typeface="Meiryo"/>
                <a:ea typeface="Meiryo"/>
                <a:cs typeface="Meiryo"/>
                <a:sym typeface="Meiryo"/>
              </a:rPr>
              <a:t>attacker (red team)</a:t>
            </a:r>
            <a:r>
              <a:rPr b="0" i="0" lang="en-IN" sz="1500" u="none" cap="none" strike="noStrike">
                <a:solidFill>
                  <a:srgbClr val="3F3F3F"/>
                </a:solidFill>
                <a:latin typeface="Meiryo"/>
                <a:ea typeface="Meiryo"/>
                <a:cs typeface="Meiryo"/>
                <a:sym typeface="Meiryo"/>
              </a:rPr>
              <a:t> and a </a:t>
            </a:r>
            <a:r>
              <a:rPr b="1" i="0" lang="en-IN" sz="1500" u="none" cap="none" strike="noStrike">
                <a:solidFill>
                  <a:srgbClr val="3F3F3F"/>
                </a:solidFill>
                <a:latin typeface="Meiryo"/>
                <a:ea typeface="Meiryo"/>
                <a:cs typeface="Meiryo"/>
                <a:sym typeface="Meiryo"/>
              </a:rPr>
              <a:t>defender (blue team)</a:t>
            </a:r>
            <a:r>
              <a:rPr b="0" i="0" lang="en-IN" sz="1500" u="none" cap="none" strike="noStrike">
                <a:solidFill>
                  <a:srgbClr val="3F3F3F"/>
                </a:solidFill>
                <a:latin typeface="Meiryo"/>
                <a:ea typeface="Meiryo"/>
                <a:cs typeface="Meiryo"/>
                <a:sym typeface="Meiryo"/>
              </a:rPr>
              <a:t>:</a:t>
            </a:r>
            <a:endParaRPr b="0" i="0" sz="1900" u="none" cap="none" strike="noStrike">
              <a:solidFill>
                <a:srgbClr val="000000"/>
              </a:solidFill>
              <a:latin typeface="Arial"/>
              <a:ea typeface="Arial"/>
              <a:cs typeface="Arial"/>
              <a:sym typeface="Arial"/>
            </a:endParaRPr>
          </a:p>
          <a:p>
            <a:pPr indent="-323850" lvl="0" marL="457200" marR="0" rtl="0" algn="l">
              <a:lnSpc>
                <a:spcPct val="130000"/>
              </a:lnSpc>
              <a:spcBef>
                <a:spcPts val="930"/>
              </a:spcBef>
              <a:spcAft>
                <a:spcPts val="0"/>
              </a:spcAft>
              <a:buClr>
                <a:srgbClr val="3F3F3F"/>
              </a:buClr>
              <a:buSzPts val="1500"/>
              <a:buFont typeface="Meiryo"/>
              <a:buChar char="●"/>
            </a:pPr>
            <a:r>
              <a:rPr b="0" i="0" lang="en-IN" sz="1500" u="none" cap="none" strike="noStrike">
                <a:solidFill>
                  <a:srgbClr val="3F3F3F"/>
                </a:solidFill>
                <a:latin typeface="Meiryo"/>
                <a:ea typeface="Meiryo"/>
                <a:cs typeface="Meiryo"/>
                <a:sym typeface="Meiryo"/>
              </a:rPr>
              <a:t>First, I hacked into a fake web application (legally) to find vulnerabilities — this is called </a:t>
            </a:r>
            <a:r>
              <a:rPr b="1" i="0" lang="en-IN" sz="1500" u="none" cap="none" strike="noStrike">
                <a:solidFill>
                  <a:srgbClr val="3F3F3F"/>
                </a:solidFill>
                <a:latin typeface="Meiryo"/>
                <a:ea typeface="Meiryo"/>
                <a:cs typeface="Meiryo"/>
                <a:sym typeface="Meiryo"/>
              </a:rPr>
              <a:t>Web Application Penetration Testing (VAPT)</a:t>
            </a:r>
            <a:r>
              <a:rPr b="0" i="0" lang="en-IN" sz="1500" u="none" cap="none" strike="noStrike">
                <a:solidFill>
                  <a:srgbClr val="3F3F3F"/>
                </a:solidFill>
                <a:latin typeface="Meiryo"/>
                <a:ea typeface="Meiryo"/>
                <a:cs typeface="Meiryo"/>
                <a:sym typeface="Meiryo"/>
              </a:rPr>
              <a:t>.</a:t>
            </a:r>
            <a:endParaRPr b="0" i="0" sz="1900" u="none" cap="none" strike="noStrike">
              <a:solidFill>
                <a:srgbClr val="000000"/>
              </a:solidFill>
              <a:latin typeface="Arial"/>
              <a:ea typeface="Arial"/>
              <a:cs typeface="Arial"/>
              <a:sym typeface="Arial"/>
            </a:endParaRPr>
          </a:p>
          <a:p>
            <a:pPr indent="-323850" lvl="0" marL="457200" marR="0" rtl="0" algn="l">
              <a:lnSpc>
                <a:spcPct val="130000"/>
              </a:lnSpc>
              <a:spcBef>
                <a:spcPts val="0"/>
              </a:spcBef>
              <a:spcAft>
                <a:spcPts val="0"/>
              </a:spcAft>
              <a:buClr>
                <a:srgbClr val="3F3F3F"/>
              </a:buClr>
              <a:buSzPts val="1500"/>
              <a:buFont typeface="Meiryo"/>
              <a:buChar char="●"/>
            </a:pPr>
            <a:r>
              <a:rPr b="0" i="0" lang="en-IN" sz="1500" u="none" cap="none" strike="noStrike">
                <a:solidFill>
                  <a:srgbClr val="3F3F3F"/>
                </a:solidFill>
                <a:latin typeface="Meiryo"/>
                <a:ea typeface="Meiryo"/>
                <a:cs typeface="Meiryo"/>
                <a:sym typeface="Meiryo"/>
              </a:rPr>
              <a:t>Then, I used a </a:t>
            </a:r>
            <a:r>
              <a:rPr b="1" i="0" lang="en-IN" sz="1500" u="none" cap="none" strike="noStrike">
                <a:solidFill>
                  <a:srgbClr val="3F3F3F"/>
                </a:solidFill>
                <a:latin typeface="Meiryo"/>
                <a:ea typeface="Meiryo"/>
                <a:cs typeface="Meiryo"/>
                <a:sym typeface="Meiryo"/>
              </a:rPr>
              <a:t>SIEM (Security Information and Event Management)</a:t>
            </a:r>
            <a:r>
              <a:rPr b="0" i="0" lang="en-IN" sz="1500" u="none" cap="none" strike="noStrike">
                <a:solidFill>
                  <a:srgbClr val="3F3F3F"/>
                </a:solidFill>
                <a:latin typeface="Meiryo"/>
                <a:ea typeface="Meiryo"/>
                <a:cs typeface="Meiryo"/>
                <a:sym typeface="Meiryo"/>
              </a:rPr>
              <a:t> tool to monitor attacks and analyze logs in real-time — this is </a:t>
            </a:r>
            <a:r>
              <a:rPr b="1" i="0" lang="en-IN" sz="1500" u="none" cap="none" strike="noStrike">
                <a:solidFill>
                  <a:srgbClr val="3F3F3F"/>
                </a:solidFill>
                <a:latin typeface="Meiryo"/>
                <a:ea typeface="Meiryo"/>
                <a:cs typeface="Meiryo"/>
                <a:sym typeface="Meiryo"/>
              </a:rPr>
              <a:t>Threat Hunting</a:t>
            </a:r>
            <a:r>
              <a:rPr b="0" i="0" lang="en-IN" sz="1500" u="none" cap="none" strike="noStrike">
                <a:solidFill>
                  <a:srgbClr val="3F3F3F"/>
                </a:solidFill>
                <a:latin typeface="Meiryo"/>
                <a:ea typeface="Meiryo"/>
                <a:cs typeface="Meiryo"/>
                <a:sym typeface="Meiryo"/>
              </a:rPr>
              <a:t>.</a:t>
            </a:r>
            <a:endParaRPr b="0" i="0" sz="1900" u="none" cap="none" strike="noStrike">
              <a:solidFill>
                <a:srgbClr val="000000"/>
              </a:solidFill>
              <a:latin typeface="Arial"/>
              <a:ea typeface="Arial"/>
              <a:cs typeface="Arial"/>
              <a:sym typeface="Arial"/>
            </a:endParaRPr>
          </a:p>
          <a:p>
            <a:pPr indent="63500" lvl="0" marL="0" marR="0" rtl="0" algn="l">
              <a:lnSpc>
                <a:spcPct val="130000"/>
              </a:lnSpc>
              <a:spcBef>
                <a:spcPts val="930"/>
              </a:spcBef>
              <a:spcAft>
                <a:spcPts val="0"/>
              </a:spcAft>
              <a:buClr>
                <a:schemeClr val="dk1"/>
              </a:buClr>
              <a:buSzPts val="1000"/>
              <a:buFont typeface="Corbel"/>
              <a:buNone/>
            </a:pPr>
            <a:r>
              <a:t/>
            </a:r>
            <a:endParaRPr b="0" i="0" sz="1100" u="none" cap="none" strike="noStrike">
              <a:solidFill>
                <a:srgbClr val="3F3F3F"/>
              </a:solidFill>
              <a:latin typeface="Meiryo"/>
              <a:ea typeface="Meiryo"/>
              <a:cs typeface="Meiryo"/>
              <a:sym typeface="Meiryo"/>
            </a:endParaRPr>
          </a:p>
          <a:p>
            <a:pPr indent="63500" lvl="0" marL="0" marR="0" rtl="0" algn="l">
              <a:lnSpc>
                <a:spcPct val="130000"/>
              </a:lnSpc>
              <a:spcBef>
                <a:spcPts val="930"/>
              </a:spcBef>
              <a:spcAft>
                <a:spcPts val="0"/>
              </a:spcAft>
              <a:buClr>
                <a:schemeClr val="dk1"/>
              </a:buClr>
              <a:buSzPts val="1000"/>
              <a:buFont typeface="Corbel"/>
              <a:buNone/>
            </a:pPr>
            <a:r>
              <a:t/>
            </a:r>
            <a:endParaRPr b="0" i="0" sz="1100" u="none" cap="none" strike="noStrike">
              <a:solidFill>
                <a:srgbClr val="3F3F3F"/>
              </a:solidFill>
              <a:latin typeface="Meiryo"/>
              <a:ea typeface="Meiryo"/>
              <a:cs typeface="Meiryo"/>
              <a:sym typeface="Meiryo"/>
            </a:endParaRPr>
          </a:p>
          <a:p>
            <a:pPr indent="0" lvl="0" marL="0" marR="0" rtl="0" algn="l">
              <a:lnSpc>
                <a:spcPct val="130000"/>
              </a:lnSpc>
              <a:spcBef>
                <a:spcPts val="930"/>
              </a:spcBef>
              <a:spcAft>
                <a:spcPts val="0"/>
              </a:spcAft>
              <a:buClr>
                <a:srgbClr val="000000"/>
              </a:buClr>
              <a:buSzPts val="1100"/>
              <a:buFont typeface="Arial"/>
              <a:buNone/>
            </a:pPr>
            <a:r>
              <a:t/>
            </a:r>
            <a:endParaRPr b="0" i="0" sz="1100" u="none" cap="none" strike="noStrike">
              <a:solidFill>
                <a:srgbClr val="3F3F3F"/>
              </a:solidFill>
              <a:latin typeface="Meiryo"/>
              <a:ea typeface="Meiryo"/>
              <a:cs typeface="Meiryo"/>
              <a:sym typeface="Meiryo"/>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125" name="Shape 125"/>
        <p:cNvGrpSpPr/>
        <p:nvPr/>
      </p:nvGrpSpPr>
      <p:grpSpPr>
        <a:xfrm>
          <a:off x="0" y="0"/>
          <a:ext cx="0" cy="0"/>
          <a:chOff x="0" y="0"/>
          <a:chExt cx="0" cy="0"/>
        </a:xfrm>
      </p:grpSpPr>
      <p:sp>
        <p:nvSpPr>
          <p:cNvPr id="126" name="Google Shape;126;p3"/>
          <p:cNvSpPr/>
          <p:nvPr/>
        </p:nvSpPr>
        <p:spPr>
          <a:xfrm>
            <a:off x="4718302" y="0"/>
            <a:ext cx="7473698" cy="6858000"/>
          </a:xfrm>
          <a:prstGeom prst="rect">
            <a:avLst/>
          </a:prstGeom>
          <a:solidFill>
            <a:schemeClr val="lt1">
              <a:alpha val="74510"/>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Meiryo"/>
              <a:ea typeface="Meiryo"/>
              <a:cs typeface="Meiryo"/>
              <a:sym typeface="Meiryo"/>
            </a:endParaRPr>
          </a:p>
        </p:txBody>
      </p:sp>
      <p:sp>
        <p:nvSpPr>
          <p:cNvPr id="127" name="Google Shape;127;p3"/>
          <p:cNvSpPr/>
          <p:nvPr/>
        </p:nvSpPr>
        <p:spPr>
          <a:xfrm rot="5400000">
            <a:off x="1257298" y="3396997"/>
            <a:ext cx="6858002" cy="64008"/>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Meiryo"/>
              <a:ea typeface="Meiryo"/>
              <a:cs typeface="Meiryo"/>
              <a:sym typeface="Meiryo"/>
            </a:endParaRPr>
          </a:p>
        </p:txBody>
      </p:sp>
      <p:sp>
        <p:nvSpPr>
          <p:cNvPr id="128" name="Google Shape;128;p3"/>
          <p:cNvSpPr/>
          <p:nvPr/>
        </p:nvSpPr>
        <p:spPr>
          <a:xfrm>
            <a:off x="0" y="0"/>
            <a:ext cx="12192001" cy="6858000"/>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Meiryo"/>
              <a:ea typeface="Meiryo"/>
              <a:cs typeface="Meiryo"/>
              <a:sym typeface="Meiryo"/>
            </a:endParaRPr>
          </a:p>
        </p:txBody>
      </p:sp>
      <p:sp>
        <p:nvSpPr>
          <p:cNvPr id="129" name="Google Shape;129;p3"/>
          <p:cNvSpPr/>
          <p:nvPr/>
        </p:nvSpPr>
        <p:spPr>
          <a:xfrm>
            <a:off x="1038768" y="2130218"/>
            <a:ext cx="11153231" cy="4727782"/>
          </a:xfrm>
          <a:prstGeom prst="rect">
            <a:avLst/>
          </a:prstGeom>
          <a:solidFill>
            <a:schemeClr val="lt1">
              <a:alpha val="74510"/>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Meiryo"/>
              <a:ea typeface="Meiryo"/>
              <a:cs typeface="Meiryo"/>
              <a:sym typeface="Meiryo"/>
            </a:endParaRPr>
          </a:p>
        </p:txBody>
      </p:sp>
      <p:sp>
        <p:nvSpPr>
          <p:cNvPr id="130" name="Google Shape;130;p3"/>
          <p:cNvSpPr/>
          <p:nvPr/>
        </p:nvSpPr>
        <p:spPr>
          <a:xfrm>
            <a:off x="0" y="896641"/>
            <a:ext cx="12192000" cy="1347716"/>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Meiryo"/>
              <a:ea typeface="Meiryo"/>
              <a:cs typeface="Meiryo"/>
              <a:sym typeface="Meiryo"/>
            </a:endParaRPr>
          </a:p>
        </p:txBody>
      </p:sp>
      <p:sp>
        <p:nvSpPr>
          <p:cNvPr id="131" name="Google Shape;131;p3"/>
          <p:cNvSpPr/>
          <p:nvPr/>
        </p:nvSpPr>
        <p:spPr>
          <a:xfrm>
            <a:off x="-1" y="962423"/>
            <a:ext cx="1006766" cy="1216152"/>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Meiryo"/>
              <a:ea typeface="Meiryo"/>
              <a:cs typeface="Meiryo"/>
              <a:sym typeface="Meiryo"/>
            </a:endParaRPr>
          </a:p>
        </p:txBody>
      </p:sp>
      <p:sp>
        <p:nvSpPr>
          <p:cNvPr id="132" name="Google Shape;132;p3"/>
          <p:cNvSpPr/>
          <p:nvPr/>
        </p:nvSpPr>
        <p:spPr>
          <a:xfrm rot="5400000">
            <a:off x="-2390232" y="3396997"/>
            <a:ext cx="6858002" cy="64008"/>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Meiryo"/>
              <a:ea typeface="Meiryo"/>
              <a:cs typeface="Meiryo"/>
              <a:sym typeface="Meiryo"/>
            </a:endParaRPr>
          </a:p>
        </p:txBody>
      </p:sp>
      <p:sp>
        <p:nvSpPr>
          <p:cNvPr id="133" name="Google Shape;133;p3"/>
          <p:cNvSpPr txBox="1"/>
          <p:nvPr/>
        </p:nvSpPr>
        <p:spPr>
          <a:xfrm>
            <a:off x="1475213" y="2365372"/>
            <a:ext cx="9935571" cy="3426158"/>
          </a:xfrm>
          <a:prstGeom prst="rect">
            <a:avLst/>
          </a:prstGeom>
          <a:noFill/>
          <a:ln>
            <a:noFill/>
          </a:ln>
        </p:spPr>
        <p:txBody>
          <a:bodyPr anchorCtr="0" anchor="t" bIns="91425" lIns="109725" spcFirstLastPara="1" rIns="109725" wrap="square" tIns="109725">
            <a:normAutofit fontScale="25000"/>
          </a:bodyPr>
          <a:lstStyle/>
          <a:p>
            <a:pPr indent="0" lvl="0" marL="0" marR="0" rtl="0" algn="l">
              <a:lnSpc>
                <a:spcPct val="130000"/>
              </a:lnSpc>
              <a:spcBef>
                <a:spcPts val="0"/>
              </a:spcBef>
              <a:spcAft>
                <a:spcPts val="0"/>
              </a:spcAft>
              <a:buClr>
                <a:srgbClr val="000000"/>
              </a:buClr>
              <a:buSzPct val="100000"/>
              <a:buFont typeface="Arial"/>
              <a:buNone/>
            </a:pPr>
            <a:r>
              <a:rPr b="1" i="0" lang="en-IN" sz="4800" u="none" cap="none" strike="noStrike">
                <a:solidFill>
                  <a:srgbClr val="3F3F3F"/>
                </a:solidFill>
                <a:latin typeface="Meiryo"/>
                <a:ea typeface="Meiryo"/>
                <a:cs typeface="Meiryo"/>
                <a:sym typeface="Meiryo"/>
              </a:rPr>
              <a:t>1</a:t>
            </a:r>
            <a:r>
              <a:rPr b="1" i="0" lang="en-IN" sz="6000" u="none" cap="none" strike="noStrike">
                <a:solidFill>
                  <a:srgbClr val="3F3F3F"/>
                </a:solidFill>
                <a:latin typeface="Meiryo"/>
                <a:ea typeface="Meiryo"/>
                <a:cs typeface="Meiryo"/>
                <a:sym typeface="Meiryo"/>
              </a:rPr>
              <a:t>. Web Application VAPT (Offensive Security)</a:t>
            </a:r>
            <a:endParaRPr b="0" i="0" sz="2600" u="none" cap="none" strike="noStrike">
              <a:solidFill>
                <a:srgbClr val="000000"/>
              </a:solidFill>
              <a:latin typeface="Arial"/>
              <a:ea typeface="Arial"/>
              <a:cs typeface="Arial"/>
              <a:sym typeface="Arial"/>
            </a:endParaRPr>
          </a:p>
          <a:p>
            <a:pPr indent="0" lvl="0" marL="0" marR="0" rtl="0" algn="l">
              <a:lnSpc>
                <a:spcPct val="130000"/>
              </a:lnSpc>
              <a:spcBef>
                <a:spcPts val="930"/>
              </a:spcBef>
              <a:spcAft>
                <a:spcPts val="0"/>
              </a:spcAft>
              <a:buClr>
                <a:srgbClr val="000000"/>
              </a:buClr>
              <a:buSzPct val="100000"/>
              <a:buFont typeface="Arial"/>
              <a:buNone/>
            </a:pPr>
            <a:r>
              <a:rPr b="1" i="0" lang="en-IN" sz="6000" u="none" cap="none" strike="noStrike">
                <a:solidFill>
                  <a:srgbClr val="3F3F3F"/>
                </a:solidFill>
                <a:latin typeface="Meiryo"/>
                <a:ea typeface="Meiryo"/>
                <a:cs typeface="Meiryo"/>
                <a:sym typeface="Meiryo"/>
              </a:rPr>
              <a:t>What I did:</a:t>
            </a:r>
            <a:endParaRPr b="0" i="0" sz="6000" u="none" cap="none" strike="noStrike">
              <a:solidFill>
                <a:srgbClr val="3F3F3F"/>
              </a:solidFill>
              <a:latin typeface="Meiryo"/>
              <a:ea typeface="Meiryo"/>
              <a:cs typeface="Meiryo"/>
              <a:sym typeface="Meiryo"/>
            </a:endParaRPr>
          </a:p>
          <a:p>
            <a:pPr indent="-323850" lvl="0" marL="457200" marR="0" rtl="0" algn="l">
              <a:lnSpc>
                <a:spcPct val="130000"/>
              </a:lnSpc>
              <a:spcBef>
                <a:spcPts val="930"/>
              </a:spcBef>
              <a:spcAft>
                <a:spcPts val="0"/>
              </a:spcAft>
              <a:buClr>
                <a:srgbClr val="3F3F3F"/>
              </a:buClr>
              <a:buSzPct val="100000"/>
              <a:buFont typeface="Meiryo"/>
              <a:buChar char="●"/>
            </a:pPr>
            <a:r>
              <a:rPr b="0" i="0" lang="en-IN" sz="6000" u="none" cap="none" strike="noStrike">
                <a:solidFill>
                  <a:srgbClr val="3F3F3F"/>
                </a:solidFill>
                <a:latin typeface="Meiryo"/>
                <a:ea typeface="Meiryo"/>
                <a:cs typeface="Meiryo"/>
                <a:sym typeface="Meiryo"/>
              </a:rPr>
              <a:t>Deployed vulnerable apps: DVWA (Damn Vulnerable Web App)</a:t>
            </a:r>
            <a:endParaRPr b="0" i="0" sz="2600" u="none" cap="none" strike="noStrike">
              <a:solidFill>
                <a:srgbClr val="000000"/>
              </a:solidFill>
              <a:latin typeface="Arial"/>
              <a:ea typeface="Arial"/>
              <a:cs typeface="Arial"/>
              <a:sym typeface="Arial"/>
            </a:endParaRPr>
          </a:p>
          <a:p>
            <a:pPr indent="-323850" lvl="0" marL="457200" marR="0" rtl="0" algn="l">
              <a:lnSpc>
                <a:spcPct val="130000"/>
              </a:lnSpc>
              <a:spcBef>
                <a:spcPts val="0"/>
              </a:spcBef>
              <a:spcAft>
                <a:spcPts val="0"/>
              </a:spcAft>
              <a:buClr>
                <a:srgbClr val="3F3F3F"/>
              </a:buClr>
              <a:buSzPct val="100000"/>
              <a:buFont typeface="Meiryo"/>
              <a:buChar char="●"/>
            </a:pPr>
            <a:r>
              <a:rPr b="0" i="0" lang="en-IN" sz="6000" u="none" cap="none" strike="noStrike">
                <a:solidFill>
                  <a:srgbClr val="3F3F3F"/>
                </a:solidFill>
                <a:latin typeface="Meiryo"/>
                <a:ea typeface="Meiryo"/>
                <a:cs typeface="Meiryo"/>
                <a:sym typeface="Meiryo"/>
              </a:rPr>
              <a:t>Set them up on </a:t>
            </a:r>
            <a:r>
              <a:rPr b="1" i="0" lang="en-IN" sz="6000" u="none" cap="none" strike="noStrike">
                <a:solidFill>
                  <a:srgbClr val="3F3F3F"/>
                </a:solidFill>
                <a:latin typeface="Meiryo"/>
                <a:ea typeface="Meiryo"/>
                <a:cs typeface="Meiryo"/>
                <a:sym typeface="Meiryo"/>
              </a:rPr>
              <a:t>local VM</a:t>
            </a:r>
            <a:r>
              <a:rPr b="1" lang="en-IN" sz="6000">
                <a:solidFill>
                  <a:srgbClr val="3F3F3F"/>
                </a:solidFill>
                <a:latin typeface="Meiryo"/>
                <a:ea typeface="Meiryo"/>
                <a:cs typeface="Meiryo"/>
                <a:sym typeface="Meiryo"/>
              </a:rPr>
              <a:t>.</a:t>
            </a:r>
            <a:endParaRPr b="1" sz="6000">
              <a:solidFill>
                <a:srgbClr val="3F3F3F"/>
              </a:solidFill>
              <a:latin typeface="Meiryo"/>
              <a:ea typeface="Meiryo"/>
              <a:cs typeface="Meiryo"/>
              <a:sym typeface="Meiryo"/>
            </a:endParaRPr>
          </a:p>
          <a:p>
            <a:pPr indent="-323850" lvl="0" marL="457200" marR="0" rtl="0" algn="l">
              <a:lnSpc>
                <a:spcPct val="130000"/>
              </a:lnSpc>
              <a:spcBef>
                <a:spcPts val="0"/>
              </a:spcBef>
              <a:spcAft>
                <a:spcPts val="0"/>
              </a:spcAft>
              <a:buClr>
                <a:srgbClr val="3F3F3F"/>
              </a:buClr>
              <a:buSzPct val="100000"/>
              <a:buFont typeface="Meiryo"/>
              <a:buChar char="●"/>
            </a:pPr>
            <a:r>
              <a:rPr b="0" i="0" lang="en-IN" sz="6000" u="none" cap="none" strike="noStrike">
                <a:solidFill>
                  <a:srgbClr val="3F3F3F"/>
                </a:solidFill>
                <a:latin typeface="Meiryo"/>
                <a:ea typeface="Meiryo"/>
                <a:cs typeface="Meiryo"/>
                <a:sym typeface="Meiryo"/>
              </a:rPr>
              <a:t>Used tools to find and exploit bugs:</a:t>
            </a:r>
            <a:r>
              <a:rPr b="0" i="0" lang="en-IN" sz="2600" u="none" cap="none" strike="noStrike">
                <a:solidFill>
                  <a:srgbClr val="000000"/>
                </a:solidFill>
                <a:latin typeface="Arial"/>
                <a:ea typeface="Arial"/>
                <a:cs typeface="Arial"/>
                <a:sym typeface="Arial"/>
              </a:rPr>
              <a:t> </a:t>
            </a:r>
            <a:r>
              <a:rPr b="1" i="0" lang="en-IN" sz="6000" u="none" cap="none" strike="noStrike">
                <a:solidFill>
                  <a:srgbClr val="3F3F3F"/>
                </a:solidFill>
                <a:latin typeface="Meiryo"/>
                <a:ea typeface="Meiryo"/>
                <a:cs typeface="Meiryo"/>
                <a:sym typeface="Meiryo"/>
              </a:rPr>
              <a:t>Burp Suite</a:t>
            </a:r>
            <a:r>
              <a:rPr b="0" i="0" lang="en-IN" sz="6000" u="none" cap="none" strike="noStrike">
                <a:solidFill>
                  <a:srgbClr val="3F3F3F"/>
                </a:solidFill>
                <a:latin typeface="Meiryo"/>
                <a:ea typeface="Meiryo"/>
                <a:cs typeface="Meiryo"/>
                <a:sym typeface="Meiryo"/>
              </a:rPr>
              <a:t> – intercepting/modifying requests</a:t>
            </a:r>
            <a:r>
              <a:rPr b="0" i="0" lang="en-IN" sz="7800" u="none" cap="none" strike="noStrike">
                <a:solidFill>
                  <a:srgbClr val="000000"/>
                </a:solidFill>
                <a:latin typeface="Arial"/>
                <a:ea typeface="Arial"/>
                <a:cs typeface="Arial"/>
                <a:sym typeface="Arial"/>
              </a:rPr>
              <a:t>, </a:t>
            </a:r>
            <a:r>
              <a:rPr b="1" i="0" lang="en-IN" sz="6000" u="none" cap="none" strike="noStrike">
                <a:solidFill>
                  <a:srgbClr val="3F3F3F"/>
                </a:solidFill>
                <a:latin typeface="Meiryo"/>
                <a:ea typeface="Meiryo"/>
                <a:cs typeface="Meiryo"/>
                <a:sym typeface="Meiryo"/>
              </a:rPr>
              <a:t>Nmap</a:t>
            </a:r>
            <a:r>
              <a:rPr b="0" i="0" lang="en-IN" sz="6000" u="none" cap="none" strike="noStrike">
                <a:solidFill>
                  <a:srgbClr val="3F3F3F"/>
                </a:solidFill>
                <a:latin typeface="Meiryo"/>
                <a:ea typeface="Meiryo"/>
                <a:cs typeface="Meiryo"/>
                <a:sym typeface="Meiryo"/>
              </a:rPr>
              <a:t> – port scanning</a:t>
            </a:r>
            <a:r>
              <a:rPr b="0" i="0" lang="en-IN" sz="7000" u="none" cap="none" strike="noStrike">
                <a:solidFill>
                  <a:srgbClr val="000000"/>
                </a:solidFill>
                <a:latin typeface="Arial"/>
                <a:ea typeface="Arial"/>
                <a:cs typeface="Arial"/>
                <a:sym typeface="Arial"/>
              </a:rPr>
              <a:t>, </a:t>
            </a:r>
            <a:r>
              <a:rPr b="0" i="0" lang="en-IN" sz="6000" u="none" cap="none" strike="noStrike">
                <a:solidFill>
                  <a:srgbClr val="3F3F3F"/>
                </a:solidFill>
                <a:latin typeface="Meiryo"/>
                <a:ea typeface="Meiryo"/>
                <a:cs typeface="Meiryo"/>
                <a:sym typeface="Meiryo"/>
              </a:rPr>
              <a:t>Discovered vulnerabilities:</a:t>
            </a:r>
            <a:r>
              <a:rPr b="0" i="0" lang="en-IN" sz="2600" u="none" cap="none" strike="noStrike">
                <a:solidFill>
                  <a:srgbClr val="000000"/>
                </a:solidFill>
                <a:latin typeface="Arial"/>
                <a:ea typeface="Arial"/>
                <a:cs typeface="Arial"/>
                <a:sym typeface="Arial"/>
              </a:rPr>
              <a:t> </a:t>
            </a:r>
            <a:r>
              <a:rPr b="0" i="0" lang="en-IN" sz="6000" u="none" cap="none" strike="noStrike">
                <a:solidFill>
                  <a:srgbClr val="3F3F3F"/>
                </a:solidFill>
                <a:latin typeface="Meiryo"/>
                <a:ea typeface="Meiryo"/>
                <a:cs typeface="Meiryo"/>
                <a:sym typeface="Meiryo"/>
              </a:rPr>
              <a:t>SQL Injection</a:t>
            </a:r>
            <a:r>
              <a:rPr b="0" i="0" lang="en-IN" sz="7800" u="none" cap="none" strike="noStrike">
                <a:solidFill>
                  <a:schemeClr val="dk1"/>
                </a:solidFill>
                <a:latin typeface="Arial"/>
                <a:ea typeface="Arial"/>
                <a:cs typeface="Arial"/>
                <a:sym typeface="Arial"/>
              </a:rPr>
              <a:t>,</a:t>
            </a:r>
            <a:r>
              <a:rPr b="0" i="0" lang="en-IN" sz="6000" u="none" cap="none" strike="noStrike">
                <a:solidFill>
                  <a:srgbClr val="3F3F3F"/>
                </a:solidFill>
                <a:latin typeface="Meiryo"/>
                <a:ea typeface="Meiryo"/>
                <a:cs typeface="Meiryo"/>
                <a:sym typeface="Meiryo"/>
              </a:rPr>
              <a:t>Cross-Site Scripting (XSS)</a:t>
            </a:r>
            <a:r>
              <a:rPr b="0" i="0" lang="en-IN" sz="7800" u="none" cap="none" strike="noStrike">
                <a:solidFill>
                  <a:schemeClr val="dk1"/>
                </a:solidFill>
                <a:latin typeface="Arial"/>
                <a:ea typeface="Arial"/>
                <a:cs typeface="Arial"/>
                <a:sym typeface="Arial"/>
              </a:rPr>
              <a:t>,</a:t>
            </a:r>
            <a:r>
              <a:rPr b="0" i="0" lang="en-IN" sz="2600" u="none" cap="none" strike="noStrike">
                <a:solidFill>
                  <a:srgbClr val="000000"/>
                </a:solidFill>
                <a:latin typeface="Arial"/>
                <a:ea typeface="Arial"/>
                <a:cs typeface="Arial"/>
                <a:sym typeface="Arial"/>
              </a:rPr>
              <a:t> </a:t>
            </a:r>
            <a:r>
              <a:rPr b="0" i="0" lang="en-IN" sz="6000" u="none" cap="none" strike="noStrike">
                <a:solidFill>
                  <a:srgbClr val="3F3F3F"/>
                </a:solidFill>
                <a:latin typeface="Meiryo"/>
                <a:ea typeface="Meiryo"/>
                <a:cs typeface="Meiryo"/>
                <a:sym typeface="Meiryo"/>
              </a:rPr>
              <a:t>Broken Authentication, IDOR, etc.</a:t>
            </a:r>
            <a:endParaRPr b="0" i="0" sz="2600" u="none" cap="none" strike="noStrike">
              <a:solidFill>
                <a:srgbClr val="000000"/>
              </a:solidFill>
              <a:latin typeface="Arial"/>
              <a:ea typeface="Arial"/>
              <a:cs typeface="Arial"/>
              <a:sym typeface="Arial"/>
            </a:endParaRPr>
          </a:p>
          <a:p>
            <a:pPr indent="-323850" lvl="0" marL="457200" marR="0" rtl="0" algn="l">
              <a:lnSpc>
                <a:spcPct val="130000"/>
              </a:lnSpc>
              <a:spcBef>
                <a:spcPts val="0"/>
              </a:spcBef>
              <a:spcAft>
                <a:spcPts val="0"/>
              </a:spcAft>
              <a:buClr>
                <a:srgbClr val="3F3F3F"/>
              </a:buClr>
              <a:buSzPct val="100000"/>
              <a:buFont typeface="Meiryo"/>
              <a:buChar char="●"/>
            </a:pPr>
            <a:r>
              <a:rPr b="1" i="0" lang="en-IN" sz="6000" u="none" cap="none" strike="noStrike">
                <a:solidFill>
                  <a:srgbClr val="3F3F3F"/>
                </a:solidFill>
                <a:latin typeface="Meiryo"/>
                <a:ea typeface="Meiryo"/>
                <a:cs typeface="Meiryo"/>
                <a:sym typeface="Meiryo"/>
              </a:rPr>
              <a:t>Outcome:</a:t>
            </a:r>
            <a:r>
              <a:rPr b="0" i="0" lang="en-IN" sz="6000" u="none" cap="none" strike="noStrike">
                <a:solidFill>
                  <a:srgbClr val="3F3F3F"/>
                </a:solidFill>
                <a:latin typeface="Meiryo"/>
                <a:ea typeface="Meiryo"/>
                <a:cs typeface="Meiryo"/>
                <a:sym typeface="Meiryo"/>
              </a:rPr>
              <a:t> Created a detailed </a:t>
            </a:r>
            <a:r>
              <a:rPr b="1" i="0" lang="en-IN" sz="6000" u="none" cap="none" strike="noStrike">
                <a:solidFill>
                  <a:srgbClr val="3F3F3F"/>
                </a:solidFill>
                <a:latin typeface="Meiryo"/>
                <a:ea typeface="Meiryo"/>
                <a:cs typeface="Meiryo"/>
                <a:sym typeface="Meiryo"/>
              </a:rPr>
              <a:t>VAPT report</a:t>
            </a:r>
            <a:r>
              <a:rPr b="0" i="0" lang="en-IN" sz="6000" u="none" cap="none" strike="noStrike">
                <a:solidFill>
                  <a:srgbClr val="3F3F3F"/>
                </a:solidFill>
                <a:latin typeface="Meiryo"/>
                <a:ea typeface="Meiryo"/>
                <a:cs typeface="Meiryo"/>
                <a:sym typeface="Meiryo"/>
              </a:rPr>
              <a:t> with screenshots, exploit steps, and remediation suggestions.</a:t>
            </a:r>
            <a:endParaRPr b="0" i="0" sz="2600" u="none" cap="none" strike="noStrike">
              <a:solidFill>
                <a:srgbClr val="000000"/>
              </a:solidFill>
              <a:latin typeface="Arial"/>
              <a:ea typeface="Arial"/>
              <a:cs typeface="Arial"/>
              <a:sym typeface="Arial"/>
            </a:endParaRPr>
          </a:p>
          <a:p>
            <a:pPr indent="0" lvl="0" marL="457200" marR="0" rtl="0" algn="l">
              <a:lnSpc>
                <a:spcPct val="130000"/>
              </a:lnSpc>
              <a:spcBef>
                <a:spcPts val="930"/>
              </a:spcBef>
              <a:spcAft>
                <a:spcPts val="0"/>
              </a:spcAft>
              <a:buClr>
                <a:srgbClr val="000000"/>
              </a:buClr>
              <a:buSzPct val="100000"/>
              <a:buFont typeface="Arial"/>
              <a:buNone/>
            </a:pPr>
            <a:r>
              <a:t/>
            </a:r>
            <a:endParaRPr b="0" i="0" sz="6000" u="none" cap="none" strike="noStrike">
              <a:solidFill>
                <a:srgbClr val="3F3F3F"/>
              </a:solidFill>
              <a:latin typeface="Meiryo"/>
              <a:ea typeface="Meiryo"/>
              <a:cs typeface="Meiryo"/>
              <a:sym typeface="Meiryo"/>
            </a:endParaRPr>
          </a:p>
          <a:p>
            <a:pPr indent="-255587" lvl="0" marL="457200" marR="0" rtl="0" algn="l">
              <a:lnSpc>
                <a:spcPct val="130000"/>
              </a:lnSpc>
              <a:spcBef>
                <a:spcPts val="930"/>
              </a:spcBef>
              <a:spcAft>
                <a:spcPts val="0"/>
              </a:spcAft>
              <a:buClr>
                <a:srgbClr val="3F3F3F"/>
              </a:buClr>
              <a:buSzPct val="100000"/>
              <a:buFont typeface="Meiryo"/>
              <a:buChar char="●"/>
            </a:pPr>
            <a:r>
              <a:t/>
            </a:r>
            <a:endParaRPr b="0" i="0" sz="1700" u="none" cap="none" strike="noStrike">
              <a:solidFill>
                <a:srgbClr val="3F3F3F"/>
              </a:solidFill>
              <a:latin typeface="Meiryo"/>
              <a:ea typeface="Meiryo"/>
              <a:cs typeface="Meiryo"/>
              <a:sym typeface="Meiryo"/>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137" name="Shape 137"/>
        <p:cNvGrpSpPr/>
        <p:nvPr/>
      </p:nvGrpSpPr>
      <p:grpSpPr>
        <a:xfrm>
          <a:off x="0" y="0"/>
          <a:ext cx="0" cy="0"/>
          <a:chOff x="0" y="0"/>
          <a:chExt cx="0" cy="0"/>
        </a:xfrm>
      </p:grpSpPr>
      <p:sp>
        <p:nvSpPr>
          <p:cNvPr id="138" name="Google Shape;138;p4"/>
          <p:cNvSpPr/>
          <p:nvPr/>
        </p:nvSpPr>
        <p:spPr>
          <a:xfrm>
            <a:off x="4718302" y="0"/>
            <a:ext cx="7473698" cy="6858000"/>
          </a:xfrm>
          <a:prstGeom prst="rect">
            <a:avLst/>
          </a:prstGeom>
          <a:solidFill>
            <a:schemeClr val="lt1">
              <a:alpha val="74510"/>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Meiryo"/>
              <a:ea typeface="Meiryo"/>
              <a:cs typeface="Meiryo"/>
              <a:sym typeface="Meiryo"/>
            </a:endParaRPr>
          </a:p>
        </p:txBody>
      </p:sp>
      <p:sp>
        <p:nvSpPr>
          <p:cNvPr id="139" name="Google Shape;139;p4"/>
          <p:cNvSpPr/>
          <p:nvPr/>
        </p:nvSpPr>
        <p:spPr>
          <a:xfrm rot="5400000">
            <a:off x="1257298" y="3396997"/>
            <a:ext cx="6858002" cy="64008"/>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Meiryo"/>
              <a:ea typeface="Meiryo"/>
              <a:cs typeface="Meiryo"/>
              <a:sym typeface="Meiryo"/>
            </a:endParaRPr>
          </a:p>
        </p:txBody>
      </p:sp>
      <p:sp>
        <p:nvSpPr>
          <p:cNvPr id="140" name="Google Shape;140;p4"/>
          <p:cNvSpPr/>
          <p:nvPr/>
        </p:nvSpPr>
        <p:spPr>
          <a:xfrm>
            <a:off x="0" y="0"/>
            <a:ext cx="12192000" cy="6858000"/>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Meiryo"/>
              <a:ea typeface="Meiryo"/>
              <a:cs typeface="Meiryo"/>
              <a:sym typeface="Meiryo"/>
            </a:endParaRPr>
          </a:p>
        </p:txBody>
      </p:sp>
      <p:sp>
        <p:nvSpPr>
          <p:cNvPr id="141" name="Google Shape;141;p4"/>
          <p:cNvSpPr/>
          <p:nvPr/>
        </p:nvSpPr>
        <p:spPr>
          <a:xfrm>
            <a:off x="1038768" y="2130218"/>
            <a:ext cx="11153231" cy="4727782"/>
          </a:xfrm>
          <a:prstGeom prst="rect">
            <a:avLst/>
          </a:prstGeom>
          <a:solidFill>
            <a:schemeClr val="lt1">
              <a:alpha val="74510"/>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Meiryo"/>
              <a:ea typeface="Meiryo"/>
              <a:cs typeface="Meiryo"/>
              <a:sym typeface="Meiryo"/>
            </a:endParaRPr>
          </a:p>
        </p:txBody>
      </p:sp>
      <p:sp>
        <p:nvSpPr>
          <p:cNvPr id="142" name="Google Shape;142;p4"/>
          <p:cNvSpPr/>
          <p:nvPr/>
        </p:nvSpPr>
        <p:spPr>
          <a:xfrm>
            <a:off x="0" y="896641"/>
            <a:ext cx="12192000" cy="1347716"/>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Meiryo"/>
              <a:ea typeface="Meiryo"/>
              <a:cs typeface="Meiryo"/>
              <a:sym typeface="Meiryo"/>
            </a:endParaRPr>
          </a:p>
        </p:txBody>
      </p:sp>
      <p:sp>
        <p:nvSpPr>
          <p:cNvPr id="143" name="Google Shape;143;p4"/>
          <p:cNvSpPr/>
          <p:nvPr/>
        </p:nvSpPr>
        <p:spPr>
          <a:xfrm>
            <a:off x="-1" y="962423"/>
            <a:ext cx="1006800" cy="121620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Meiryo"/>
              <a:ea typeface="Meiryo"/>
              <a:cs typeface="Meiryo"/>
              <a:sym typeface="Meiryo"/>
            </a:endParaRPr>
          </a:p>
        </p:txBody>
      </p:sp>
      <p:sp>
        <p:nvSpPr>
          <p:cNvPr id="144" name="Google Shape;144;p4"/>
          <p:cNvSpPr/>
          <p:nvPr/>
        </p:nvSpPr>
        <p:spPr>
          <a:xfrm rot="5400000">
            <a:off x="-2390232" y="3396997"/>
            <a:ext cx="6858002" cy="64008"/>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Meiryo"/>
              <a:ea typeface="Meiryo"/>
              <a:cs typeface="Meiryo"/>
              <a:sym typeface="Meiryo"/>
            </a:endParaRPr>
          </a:p>
        </p:txBody>
      </p:sp>
      <p:sp>
        <p:nvSpPr>
          <p:cNvPr id="145" name="Google Shape;145;p4"/>
          <p:cNvSpPr txBox="1"/>
          <p:nvPr/>
        </p:nvSpPr>
        <p:spPr>
          <a:xfrm>
            <a:off x="1535371" y="2370222"/>
            <a:ext cx="9935571" cy="4259178"/>
          </a:xfrm>
          <a:prstGeom prst="rect">
            <a:avLst/>
          </a:prstGeom>
          <a:noFill/>
          <a:ln>
            <a:noFill/>
          </a:ln>
        </p:spPr>
        <p:txBody>
          <a:bodyPr anchorCtr="0" anchor="t" bIns="91425" lIns="109725" spcFirstLastPara="1" rIns="109725" wrap="square" tIns="109725">
            <a:normAutofit fontScale="40000" lnSpcReduction="10000"/>
          </a:bodyPr>
          <a:lstStyle/>
          <a:p>
            <a:pPr indent="0" lvl="0" marL="0" rtl="0" algn="l">
              <a:lnSpc>
                <a:spcPct val="130000"/>
              </a:lnSpc>
              <a:spcBef>
                <a:spcPts val="0"/>
              </a:spcBef>
              <a:spcAft>
                <a:spcPts val="0"/>
              </a:spcAft>
              <a:buClr>
                <a:schemeClr val="dk1"/>
              </a:buClr>
              <a:buSzPct val="100000"/>
              <a:buFont typeface="Arial"/>
              <a:buNone/>
            </a:pPr>
            <a:r>
              <a:rPr b="1" lang="en-IN" sz="2500">
                <a:solidFill>
                  <a:srgbClr val="3F3F3F"/>
                </a:solidFill>
                <a:latin typeface="Meiryo"/>
                <a:ea typeface="Meiryo"/>
                <a:cs typeface="Meiryo"/>
                <a:sym typeface="Meiryo"/>
              </a:rPr>
              <a:t>2</a:t>
            </a:r>
            <a:r>
              <a:rPr b="1" lang="en-IN" sz="2500">
                <a:solidFill>
                  <a:srgbClr val="3F3F3F"/>
                </a:solidFill>
                <a:latin typeface="Meiryo"/>
                <a:ea typeface="Meiryo"/>
                <a:cs typeface="Meiryo"/>
                <a:sym typeface="Meiryo"/>
              </a:rPr>
              <a:t>. SIEM Log Analysis &amp; Threat Hunting (Defensive Security)</a:t>
            </a:r>
            <a:endParaRPr>
              <a:solidFill>
                <a:schemeClr val="dk1"/>
              </a:solidFill>
            </a:endParaRPr>
          </a:p>
          <a:p>
            <a:pPr indent="0" lvl="0" marL="0" rtl="0" algn="l">
              <a:lnSpc>
                <a:spcPct val="130000"/>
              </a:lnSpc>
              <a:spcBef>
                <a:spcPts val="930"/>
              </a:spcBef>
              <a:spcAft>
                <a:spcPts val="0"/>
              </a:spcAft>
              <a:buClr>
                <a:schemeClr val="dk1"/>
              </a:buClr>
              <a:buSzPct val="100000"/>
              <a:buFont typeface="Arial"/>
              <a:buNone/>
            </a:pPr>
            <a:r>
              <a:rPr b="1" lang="en-IN" sz="2500">
                <a:solidFill>
                  <a:srgbClr val="3F3F3F"/>
                </a:solidFill>
                <a:latin typeface="Meiryo"/>
                <a:ea typeface="Meiryo"/>
                <a:cs typeface="Meiryo"/>
                <a:sym typeface="Meiryo"/>
              </a:rPr>
              <a:t>What I did:</a:t>
            </a:r>
            <a:endParaRPr sz="2500">
              <a:solidFill>
                <a:srgbClr val="3F3F3F"/>
              </a:solidFill>
              <a:latin typeface="Meiryo"/>
              <a:ea typeface="Meiryo"/>
              <a:cs typeface="Meiryo"/>
              <a:sym typeface="Meiryo"/>
            </a:endParaRPr>
          </a:p>
          <a:p>
            <a:pPr indent="-63500" lvl="0" marL="0" rtl="0" algn="l">
              <a:lnSpc>
                <a:spcPct val="130000"/>
              </a:lnSpc>
              <a:spcBef>
                <a:spcPts val="930"/>
              </a:spcBef>
              <a:spcAft>
                <a:spcPts val="0"/>
              </a:spcAft>
              <a:buClr>
                <a:srgbClr val="3F3F3F"/>
              </a:buClr>
              <a:buSzPct val="100000"/>
              <a:buFont typeface="Corbel"/>
              <a:buChar char="•"/>
            </a:pPr>
            <a:r>
              <a:rPr lang="en-IN" sz="2500">
                <a:solidFill>
                  <a:srgbClr val="3F3F3F"/>
                </a:solidFill>
                <a:latin typeface="Meiryo"/>
                <a:ea typeface="Meiryo"/>
                <a:cs typeface="Meiryo"/>
                <a:sym typeface="Meiryo"/>
              </a:rPr>
              <a:t>Installed </a:t>
            </a:r>
            <a:r>
              <a:rPr b="1" lang="en-IN" sz="2500">
                <a:solidFill>
                  <a:srgbClr val="3F3F3F"/>
                </a:solidFill>
                <a:latin typeface="Meiryo"/>
                <a:ea typeface="Meiryo"/>
                <a:cs typeface="Meiryo"/>
                <a:sym typeface="Meiryo"/>
              </a:rPr>
              <a:t>Wazuh SIEM</a:t>
            </a:r>
            <a:r>
              <a:rPr lang="en-IN" sz="2500">
                <a:solidFill>
                  <a:srgbClr val="3F3F3F"/>
                </a:solidFill>
                <a:latin typeface="Meiryo"/>
                <a:ea typeface="Meiryo"/>
                <a:cs typeface="Meiryo"/>
                <a:sym typeface="Meiryo"/>
              </a:rPr>
              <a:t> (locally or on cloud)</a:t>
            </a:r>
            <a:endParaRPr>
              <a:solidFill>
                <a:schemeClr val="dk1"/>
              </a:solidFill>
            </a:endParaRPr>
          </a:p>
          <a:p>
            <a:pPr indent="-63500" lvl="0" marL="0" rtl="0" algn="l">
              <a:lnSpc>
                <a:spcPct val="130000"/>
              </a:lnSpc>
              <a:spcBef>
                <a:spcPts val="930"/>
              </a:spcBef>
              <a:spcAft>
                <a:spcPts val="0"/>
              </a:spcAft>
              <a:buClr>
                <a:srgbClr val="3F3F3F"/>
              </a:buClr>
              <a:buSzPct val="100000"/>
              <a:buFont typeface="Corbel"/>
              <a:buChar char="•"/>
            </a:pPr>
            <a:r>
              <a:rPr lang="en-IN" sz="2500">
                <a:solidFill>
                  <a:srgbClr val="3F3F3F"/>
                </a:solidFill>
                <a:latin typeface="Meiryo"/>
                <a:ea typeface="Meiryo"/>
                <a:cs typeface="Meiryo"/>
                <a:sym typeface="Meiryo"/>
              </a:rPr>
              <a:t>Set up log forwarding from:</a:t>
            </a:r>
            <a:endParaRPr>
              <a:solidFill>
                <a:schemeClr val="dk1"/>
              </a:solidFill>
            </a:endParaRPr>
          </a:p>
          <a:p>
            <a:pPr indent="-63500" lvl="1" marL="0" rtl="0" algn="l">
              <a:lnSpc>
                <a:spcPct val="130000"/>
              </a:lnSpc>
              <a:spcBef>
                <a:spcPts val="930"/>
              </a:spcBef>
              <a:spcAft>
                <a:spcPts val="0"/>
              </a:spcAft>
              <a:buClr>
                <a:srgbClr val="3F3F3F"/>
              </a:buClr>
              <a:buSzPct val="100000"/>
              <a:buFont typeface="Corbel"/>
              <a:buChar char="•"/>
            </a:pPr>
            <a:r>
              <a:rPr lang="en-IN" sz="2500">
                <a:solidFill>
                  <a:srgbClr val="3F3F3F"/>
                </a:solidFill>
                <a:latin typeface="Meiryo"/>
                <a:ea typeface="Meiryo"/>
                <a:cs typeface="Meiryo"/>
                <a:sym typeface="Meiryo"/>
              </a:rPr>
              <a:t>The vulnerable app machine</a:t>
            </a:r>
            <a:endParaRPr>
              <a:solidFill>
                <a:schemeClr val="dk1"/>
              </a:solidFill>
            </a:endParaRPr>
          </a:p>
          <a:p>
            <a:pPr indent="-63500" lvl="1" marL="0" rtl="0" algn="l">
              <a:lnSpc>
                <a:spcPct val="130000"/>
              </a:lnSpc>
              <a:spcBef>
                <a:spcPts val="930"/>
              </a:spcBef>
              <a:spcAft>
                <a:spcPts val="0"/>
              </a:spcAft>
              <a:buClr>
                <a:srgbClr val="3F3F3F"/>
              </a:buClr>
              <a:buSzPct val="100000"/>
              <a:buFont typeface="Corbel"/>
              <a:buChar char="•"/>
            </a:pPr>
            <a:r>
              <a:rPr lang="en-IN" sz="2500">
                <a:solidFill>
                  <a:srgbClr val="3F3F3F"/>
                </a:solidFill>
                <a:latin typeface="Meiryo"/>
                <a:ea typeface="Meiryo"/>
                <a:cs typeface="Meiryo"/>
                <a:sym typeface="Meiryo"/>
              </a:rPr>
              <a:t>The attacker machine (Kali Linux)</a:t>
            </a:r>
            <a:endParaRPr>
              <a:solidFill>
                <a:schemeClr val="dk1"/>
              </a:solidFill>
            </a:endParaRPr>
          </a:p>
          <a:p>
            <a:pPr indent="-63500" lvl="0" marL="0" rtl="0" algn="l">
              <a:lnSpc>
                <a:spcPct val="130000"/>
              </a:lnSpc>
              <a:spcBef>
                <a:spcPts val="930"/>
              </a:spcBef>
              <a:spcAft>
                <a:spcPts val="0"/>
              </a:spcAft>
              <a:buClr>
                <a:srgbClr val="3F3F3F"/>
              </a:buClr>
              <a:buSzPct val="100000"/>
              <a:buFont typeface="Corbel"/>
              <a:buChar char="•"/>
            </a:pPr>
            <a:r>
              <a:rPr lang="en-IN" sz="2500">
                <a:solidFill>
                  <a:srgbClr val="3F3F3F"/>
                </a:solidFill>
                <a:latin typeface="Meiryo"/>
                <a:ea typeface="Meiryo"/>
                <a:cs typeface="Meiryo"/>
                <a:sym typeface="Meiryo"/>
              </a:rPr>
              <a:t>Simulated attacks:</a:t>
            </a:r>
            <a:endParaRPr>
              <a:solidFill>
                <a:schemeClr val="dk1"/>
              </a:solidFill>
            </a:endParaRPr>
          </a:p>
          <a:p>
            <a:pPr indent="-63500" lvl="1" marL="0" rtl="0" algn="l">
              <a:lnSpc>
                <a:spcPct val="130000"/>
              </a:lnSpc>
              <a:spcBef>
                <a:spcPts val="930"/>
              </a:spcBef>
              <a:spcAft>
                <a:spcPts val="0"/>
              </a:spcAft>
              <a:buClr>
                <a:srgbClr val="3F3F3F"/>
              </a:buClr>
              <a:buSzPct val="100000"/>
              <a:buFont typeface="Corbel"/>
              <a:buChar char="•"/>
            </a:pPr>
            <a:r>
              <a:rPr lang="en-IN" sz="2500">
                <a:solidFill>
                  <a:srgbClr val="3F3F3F"/>
                </a:solidFill>
                <a:latin typeface="Meiryo"/>
                <a:ea typeface="Meiryo"/>
                <a:cs typeface="Meiryo"/>
                <a:sym typeface="Meiryo"/>
              </a:rPr>
              <a:t>Brute-force login</a:t>
            </a:r>
            <a:endParaRPr>
              <a:solidFill>
                <a:schemeClr val="dk1"/>
              </a:solidFill>
            </a:endParaRPr>
          </a:p>
          <a:p>
            <a:pPr indent="-63500" lvl="1" marL="0" rtl="0" algn="l">
              <a:lnSpc>
                <a:spcPct val="130000"/>
              </a:lnSpc>
              <a:spcBef>
                <a:spcPts val="930"/>
              </a:spcBef>
              <a:spcAft>
                <a:spcPts val="0"/>
              </a:spcAft>
              <a:buClr>
                <a:srgbClr val="3F3F3F"/>
              </a:buClr>
              <a:buSzPct val="100000"/>
              <a:buFont typeface="Corbel"/>
              <a:buChar char="•"/>
            </a:pPr>
            <a:r>
              <a:rPr lang="en-IN" sz="2500">
                <a:solidFill>
                  <a:srgbClr val="3F3F3F"/>
                </a:solidFill>
                <a:latin typeface="Meiryo"/>
                <a:ea typeface="Meiryo"/>
                <a:cs typeface="Meiryo"/>
                <a:sym typeface="Meiryo"/>
              </a:rPr>
              <a:t>Reverse shell</a:t>
            </a:r>
            <a:endParaRPr>
              <a:solidFill>
                <a:schemeClr val="dk1"/>
              </a:solidFill>
            </a:endParaRPr>
          </a:p>
          <a:p>
            <a:pPr indent="-63500" lvl="1" marL="0" rtl="0" algn="l">
              <a:lnSpc>
                <a:spcPct val="130000"/>
              </a:lnSpc>
              <a:spcBef>
                <a:spcPts val="930"/>
              </a:spcBef>
              <a:spcAft>
                <a:spcPts val="0"/>
              </a:spcAft>
              <a:buClr>
                <a:srgbClr val="3F3F3F"/>
              </a:buClr>
              <a:buSzPct val="100000"/>
              <a:buFont typeface="Corbel"/>
              <a:buChar char="•"/>
            </a:pPr>
            <a:r>
              <a:rPr lang="en-IN" sz="2500">
                <a:solidFill>
                  <a:srgbClr val="3F3F3F"/>
                </a:solidFill>
                <a:latin typeface="Meiryo"/>
                <a:ea typeface="Meiryo"/>
                <a:cs typeface="Meiryo"/>
                <a:sym typeface="Meiryo"/>
              </a:rPr>
              <a:t>Privilege escalation</a:t>
            </a:r>
            <a:endParaRPr>
              <a:solidFill>
                <a:schemeClr val="dk1"/>
              </a:solidFill>
            </a:endParaRPr>
          </a:p>
          <a:p>
            <a:pPr indent="-63500" lvl="0" marL="0" rtl="0" algn="l">
              <a:lnSpc>
                <a:spcPct val="130000"/>
              </a:lnSpc>
              <a:spcBef>
                <a:spcPts val="930"/>
              </a:spcBef>
              <a:spcAft>
                <a:spcPts val="0"/>
              </a:spcAft>
              <a:buClr>
                <a:srgbClr val="3F3F3F"/>
              </a:buClr>
              <a:buSzPct val="100000"/>
              <a:buFont typeface="Corbel"/>
              <a:buChar char="•"/>
            </a:pPr>
            <a:r>
              <a:rPr lang="en-IN" sz="2500">
                <a:solidFill>
                  <a:srgbClr val="3F3F3F"/>
                </a:solidFill>
                <a:latin typeface="Meiryo"/>
                <a:ea typeface="Meiryo"/>
                <a:cs typeface="Meiryo"/>
                <a:sym typeface="Meiryo"/>
              </a:rPr>
              <a:t>Used </a:t>
            </a:r>
            <a:r>
              <a:rPr b="1" lang="en-IN" sz="2500">
                <a:solidFill>
                  <a:srgbClr val="3F3F3F"/>
                </a:solidFill>
                <a:latin typeface="Meiryo"/>
                <a:ea typeface="Meiryo"/>
                <a:cs typeface="Meiryo"/>
                <a:sym typeface="Meiryo"/>
              </a:rPr>
              <a:t>MITRE ATT&amp;CK</a:t>
            </a:r>
            <a:r>
              <a:rPr lang="en-IN" sz="2500">
                <a:solidFill>
                  <a:srgbClr val="3F3F3F"/>
                </a:solidFill>
                <a:latin typeface="Meiryo"/>
                <a:ea typeface="Meiryo"/>
                <a:cs typeface="Meiryo"/>
                <a:sym typeface="Meiryo"/>
              </a:rPr>
              <a:t> framework to identify and tag attack techniques</a:t>
            </a:r>
            <a:endParaRPr>
              <a:solidFill>
                <a:schemeClr val="dk1"/>
              </a:solidFill>
            </a:endParaRPr>
          </a:p>
          <a:p>
            <a:pPr indent="-63500" lvl="0" marL="0" rtl="0" algn="l">
              <a:lnSpc>
                <a:spcPct val="130000"/>
              </a:lnSpc>
              <a:spcBef>
                <a:spcPts val="930"/>
              </a:spcBef>
              <a:spcAft>
                <a:spcPts val="0"/>
              </a:spcAft>
              <a:buClr>
                <a:srgbClr val="3F3F3F"/>
              </a:buClr>
              <a:buSzPct val="100000"/>
              <a:buFont typeface="Corbel"/>
              <a:buChar char="•"/>
            </a:pPr>
            <a:r>
              <a:rPr lang="en-IN" sz="2500">
                <a:solidFill>
                  <a:srgbClr val="3F3F3F"/>
                </a:solidFill>
                <a:latin typeface="Meiryo"/>
                <a:ea typeface="Meiryo"/>
                <a:cs typeface="Meiryo"/>
                <a:sym typeface="Meiryo"/>
              </a:rPr>
              <a:t>Analyzed alerts and created a </a:t>
            </a:r>
            <a:r>
              <a:rPr b="1" lang="en-IN" sz="2500">
                <a:solidFill>
                  <a:srgbClr val="3F3F3F"/>
                </a:solidFill>
                <a:latin typeface="Meiryo"/>
                <a:ea typeface="Meiryo"/>
                <a:cs typeface="Meiryo"/>
                <a:sym typeface="Meiryo"/>
              </a:rPr>
              <a:t>Threat Hunting Report</a:t>
            </a:r>
            <a:endParaRPr sz="2500">
              <a:solidFill>
                <a:srgbClr val="3F3F3F"/>
              </a:solidFill>
              <a:latin typeface="Meiryo"/>
              <a:ea typeface="Meiryo"/>
              <a:cs typeface="Meiryo"/>
              <a:sym typeface="Meiryo"/>
            </a:endParaRPr>
          </a:p>
          <a:p>
            <a:pPr indent="0" lvl="0" marL="0" rtl="0" algn="l">
              <a:lnSpc>
                <a:spcPct val="130000"/>
              </a:lnSpc>
              <a:spcBef>
                <a:spcPts val="930"/>
              </a:spcBef>
              <a:spcAft>
                <a:spcPts val="0"/>
              </a:spcAft>
              <a:buClr>
                <a:schemeClr val="dk1"/>
              </a:buClr>
              <a:buSzPct val="100000"/>
              <a:buFont typeface="Arial"/>
              <a:buNone/>
            </a:pPr>
            <a:r>
              <a:rPr b="1" lang="en-IN" sz="2500">
                <a:solidFill>
                  <a:srgbClr val="3F3F3F"/>
                </a:solidFill>
                <a:latin typeface="Meiryo"/>
                <a:ea typeface="Meiryo"/>
                <a:cs typeface="Meiryo"/>
                <a:sym typeface="Meiryo"/>
              </a:rPr>
              <a:t>Tools Used:</a:t>
            </a:r>
            <a:r>
              <a:rPr lang="en-IN" sz="2500">
                <a:solidFill>
                  <a:srgbClr val="3F3F3F"/>
                </a:solidFill>
                <a:latin typeface="Meiryo"/>
                <a:ea typeface="Meiryo"/>
                <a:cs typeface="Meiryo"/>
                <a:sym typeface="Meiryo"/>
              </a:rPr>
              <a:t> Wazuh, Filebeat, Sysmon/auditd, MITRE ATT&amp;CK, Kibana</a:t>
            </a:r>
            <a:endParaRPr>
              <a:solidFill>
                <a:schemeClr val="dk1"/>
              </a:solidFill>
            </a:endParaRPr>
          </a:p>
          <a:p>
            <a:pPr indent="0" lvl="0" marL="0" rtl="0" algn="l">
              <a:lnSpc>
                <a:spcPct val="130000"/>
              </a:lnSpc>
              <a:spcBef>
                <a:spcPts val="930"/>
              </a:spcBef>
              <a:spcAft>
                <a:spcPts val="0"/>
              </a:spcAft>
              <a:buClr>
                <a:schemeClr val="dk1"/>
              </a:buClr>
              <a:buSzPct val="100000"/>
              <a:buFont typeface="Arial"/>
              <a:buNone/>
            </a:pPr>
            <a:r>
              <a:t/>
            </a:r>
            <a:endParaRPr sz="700">
              <a:solidFill>
                <a:srgbClr val="3F3F3F"/>
              </a:solidFill>
              <a:latin typeface="Meiryo"/>
              <a:ea typeface="Meiryo"/>
              <a:cs typeface="Meiryo"/>
              <a:sym typeface="Meiryo"/>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pic>
        <p:nvPicPr>
          <p:cNvPr id="151" name="Google Shape;151;g38bafc61219_0_8" title="Screenshot 2025-10-11 at 12.07.30 AM.png"/>
          <p:cNvPicPr preferRelativeResize="0"/>
          <p:nvPr/>
        </p:nvPicPr>
        <p:blipFill>
          <a:blip r:embed="rId3">
            <a:alphaModFix/>
          </a:blip>
          <a:stretch>
            <a:fillRect/>
          </a:stretch>
        </p:blipFill>
        <p:spPr>
          <a:xfrm>
            <a:off x="0" y="0"/>
            <a:ext cx="12135975" cy="6819035"/>
          </a:xfrm>
          <a:prstGeom prst="rect">
            <a:avLst/>
          </a:prstGeom>
          <a:noFill/>
          <a:ln>
            <a:noFill/>
          </a:ln>
        </p:spPr>
      </p:pic>
      <p:sp>
        <p:nvSpPr>
          <p:cNvPr id="152" name="Google Shape;152;g38bafc61219_0_8"/>
          <p:cNvSpPr txBox="1"/>
          <p:nvPr/>
        </p:nvSpPr>
        <p:spPr>
          <a:xfrm>
            <a:off x="1340973" y="1344750"/>
            <a:ext cx="8514900" cy="461700"/>
          </a:xfrm>
          <a:prstGeom prst="rect">
            <a:avLst/>
          </a:prstGeom>
          <a:noFill/>
          <a:ln>
            <a:noFill/>
          </a:ln>
        </p:spPr>
        <p:txBody>
          <a:bodyPr anchorCtr="0" anchor="t" bIns="91425" lIns="91425" spcFirstLastPara="1" rIns="91425" wrap="square" tIns="91425">
            <a:spAutoFit/>
          </a:bodyPr>
          <a:lstStyle/>
          <a:p>
            <a:pPr indent="-342900" lvl="0" marL="457200" rtl="0" algn="l">
              <a:spcBef>
                <a:spcPts val="0"/>
              </a:spcBef>
              <a:spcAft>
                <a:spcPts val="0"/>
              </a:spcAft>
              <a:buClr>
                <a:schemeClr val="lt1"/>
              </a:buClr>
              <a:buSzPts val="1800"/>
              <a:buFont typeface="Meiryo"/>
              <a:buAutoNum type="arabicPeriod"/>
            </a:pPr>
            <a:r>
              <a:rPr lang="en-IN" sz="1800">
                <a:solidFill>
                  <a:schemeClr val="lt1"/>
                </a:solidFill>
                <a:latin typeface="Meiryo"/>
                <a:ea typeface="Meiryo"/>
                <a:cs typeface="Meiryo"/>
                <a:sym typeface="Meiryo"/>
              </a:rPr>
              <a:t>TOOLS USED - NMAP ( NETWORK MAPPER)</a:t>
            </a:r>
            <a:endParaRPr sz="1800">
              <a:solidFill>
                <a:schemeClr val="lt1"/>
              </a:solidFill>
              <a:latin typeface="Meiryo"/>
              <a:ea typeface="Meiryo"/>
              <a:cs typeface="Meiryo"/>
              <a:sym typeface="Meiryo"/>
            </a:endParaRPr>
          </a:p>
        </p:txBody>
      </p:sp>
      <p:sp>
        <p:nvSpPr>
          <p:cNvPr id="153" name="Google Shape;153;g38bafc61219_0_8"/>
          <p:cNvSpPr txBox="1"/>
          <p:nvPr/>
        </p:nvSpPr>
        <p:spPr>
          <a:xfrm>
            <a:off x="1263975" y="267125"/>
            <a:ext cx="80820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IN" sz="1800">
                <a:solidFill>
                  <a:srgbClr val="3F3F3F"/>
                </a:solidFill>
                <a:latin typeface="Meiryo"/>
                <a:ea typeface="Meiryo"/>
                <a:cs typeface="Meiryo"/>
                <a:sym typeface="Meiryo"/>
              </a:rPr>
              <a:t>FOR WEB APPLICATION VULNERABILITY TESTING</a:t>
            </a:r>
            <a:endParaRPr sz="1800">
              <a:solidFill>
                <a:srgbClr val="3F3F3F"/>
              </a:solidFill>
              <a:latin typeface="Meiryo"/>
              <a:ea typeface="Meiryo"/>
              <a:cs typeface="Meiryo"/>
              <a:sym typeface="Meiryo"/>
            </a:endParaRPr>
          </a:p>
        </p:txBody>
      </p:sp>
      <p:sp>
        <p:nvSpPr>
          <p:cNvPr id="154" name="Google Shape;154;g38bafc61219_0_8"/>
          <p:cNvSpPr txBox="1"/>
          <p:nvPr/>
        </p:nvSpPr>
        <p:spPr>
          <a:xfrm>
            <a:off x="1491300" y="2309075"/>
            <a:ext cx="9750000" cy="4756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IN" sz="1800">
                <a:solidFill>
                  <a:schemeClr val="dk1"/>
                </a:solidFill>
              </a:rPr>
              <a:t>Nmap (Network Mapper) is an open-source network scanning tool used to discover devices, identify open ports, detect services and their versions, and gather information about operating systems on a network. </a:t>
            </a:r>
            <a:endParaRPr sz="1800">
              <a:solidFill>
                <a:schemeClr val="dk1"/>
              </a:solidFill>
            </a:endParaRPr>
          </a:p>
          <a:p>
            <a:pPr indent="0" lvl="0" marL="0" rtl="0" algn="l">
              <a:spcBef>
                <a:spcPts val="0"/>
              </a:spcBef>
              <a:spcAft>
                <a:spcPts val="0"/>
              </a:spcAft>
              <a:buNone/>
            </a:pPr>
            <a:r>
              <a:t/>
            </a:r>
            <a:endParaRPr sz="18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IN" sz="1800">
                <a:solidFill>
                  <a:srgbClr val="C00000"/>
                </a:solidFill>
              </a:rPr>
              <a:t>Network Discovery</a:t>
            </a:r>
            <a:r>
              <a:rPr lang="en-IN" sz="1800">
                <a:solidFill>
                  <a:schemeClr val="dk1"/>
                </a:solidFill>
              </a:rPr>
              <a:t>: With Nmap, users can scan networks and discover devices and hosts on a network, allowing network admins to understand the network more efficiently.</a:t>
            </a:r>
            <a:endParaRPr sz="18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IN" sz="1800">
                <a:solidFill>
                  <a:srgbClr val="C00000"/>
                </a:solidFill>
              </a:rPr>
              <a:t>Port Scanning</a:t>
            </a:r>
            <a:r>
              <a:rPr lang="en-IN" sz="1800">
                <a:solidFill>
                  <a:schemeClr val="dk1"/>
                </a:solidFill>
              </a:rPr>
              <a:t>: It can determine which ports are open and which services are running on those ports, which is critical for security assessments and vulnerability scanning.</a:t>
            </a:r>
            <a:endParaRPr sz="18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IN" sz="1800">
                <a:solidFill>
                  <a:srgbClr val="C00000"/>
                </a:solidFill>
              </a:rPr>
              <a:t>OS Fingerprinting</a:t>
            </a:r>
            <a:r>
              <a:rPr lang="en-IN" sz="1800">
                <a:solidFill>
                  <a:schemeClr val="dk1"/>
                </a:solidFill>
              </a:rPr>
              <a:t>: Nmap can attempt to identify the operating system running on a target host by analyzing various characteristics of network packets.</a:t>
            </a:r>
            <a:endParaRPr sz="18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IN" sz="1800">
                <a:solidFill>
                  <a:srgbClr val="C00000"/>
                </a:solidFill>
              </a:rPr>
              <a:t>Vulnerability Assessment</a:t>
            </a:r>
            <a:r>
              <a:rPr lang="en-IN" sz="1800">
                <a:solidFill>
                  <a:schemeClr val="dk1"/>
                </a:solidFill>
              </a:rPr>
              <a:t>: It's a valuable tool for identifying potential vulnerabilities in systems and services, aiding in proactive security measures.</a:t>
            </a:r>
            <a:endParaRPr sz="18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IN" sz="1800">
                <a:solidFill>
                  <a:srgbClr val="C00000"/>
                </a:solidFill>
              </a:rPr>
              <a:t>Network Monitoring</a:t>
            </a:r>
            <a:r>
              <a:rPr lang="en-IN" sz="1800">
                <a:solidFill>
                  <a:schemeClr val="dk1"/>
                </a:solidFill>
              </a:rPr>
              <a:t>: Nmap can be used for continuous monitoring to detect changes in the network environment.</a:t>
            </a:r>
            <a:endParaRPr sz="1800">
              <a:solidFill>
                <a:schemeClr val="dk1"/>
              </a:solidFill>
            </a:endParaRPr>
          </a:p>
          <a:p>
            <a:pPr indent="0" lvl="0" marL="0" rtl="0" algn="l">
              <a:spcBef>
                <a:spcPts val="0"/>
              </a:spcBef>
              <a:spcAft>
                <a:spcPts val="0"/>
              </a:spcAft>
              <a:buNone/>
            </a:pPr>
            <a:r>
              <a:t/>
            </a:r>
            <a:endParaRPr sz="1800">
              <a:solidFill>
                <a:schemeClr val="dk1"/>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pic>
        <p:nvPicPr>
          <p:cNvPr id="160" name="Google Shape;160;g38bafc61219_0_22" title="Screenshot 2025-10-11 at 12.20.23 AM.png"/>
          <p:cNvPicPr preferRelativeResize="0"/>
          <p:nvPr/>
        </p:nvPicPr>
        <p:blipFill>
          <a:blip r:embed="rId3">
            <a:alphaModFix/>
          </a:blip>
          <a:stretch>
            <a:fillRect/>
          </a:stretch>
        </p:blipFill>
        <p:spPr>
          <a:xfrm>
            <a:off x="-54100" y="0"/>
            <a:ext cx="12246101" cy="6819174"/>
          </a:xfrm>
          <a:prstGeom prst="rect">
            <a:avLst/>
          </a:prstGeom>
          <a:noFill/>
          <a:ln>
            <a:noFill/>
          </a:ln>
        </p:spPr>
      </p:pic>
      <p:sp>
        <p:nvSpPr>
          <p:cNvPr id="161" name="Google Shape;161;g38bafc61219_0_22"/>
          <p:cNvSpPr txBox="1"/>
          <p:nvPr/>
        </p:nvSpPr>
        <p:spPr>
          <a:xfrm>
            <a:off x="1366225" y="1375850"/>
            <a:ext cx="58725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IN" sz="1800">
                <a:solidFill>
                  <a:schemeClr val="lt1"/>
                </a:solidFill>
                <a:latin typeface="Meiryo"/>
                <a:ea typeface="Meiryo"/>
                <a:cs typeface="Meiryo"/>
                <a:sym typeface="Meiryo"/>
              </a:rPr>
              <a:t>2. </a:t>
            </a:r>
            <a:r>
              <a:rPr lang="en-IN" sz="1800">
                <a:solidFill>
                  <a:schemeClr val="lt1"/>
                </a:solidFill>
                <a:latin typeface="Meiryo"/>
                <a:ea typeface="Meiryo"/>
                <a:cs typeface="Meiryo"/>
                <a:sym typeface="Meiryo"/>
              </a:rPr>
              <a:t>TOOLS USED - BURP SUITE</a:t>
            </a:r>
            <a:endParaRPr sz="1800">
              <a:solidFill>
                <a:schemeClr val="lt1"/>
              </a:solidFill>
              <a:latin typeface="Meiryo"/>
              <a:ea typeface="Meiryo"/>
              <a:cs typeface="Meiryo"/>
              <a:sym typeface="Meiryo"/>
            </a:endParaRPr>
          </a:p>
        </p:txBody>
      </p:sp>
      <p:sp>
        <p:nvSpPr>
          <p:cNvPr id="162" name="Google Shape;162;g38bafc61219_0_22"/>
          <p:cNvSpPr txBox="1"/>
          <p:nvPr/>
        </p:nvSpPr>
        <p:spPr>
          <a:xfrm>
            <a:off x="1327725" y="2357175"/>
            <a:ext cx="10788900" cy="43464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lang="en-IN" sz="1800">
                <a:solidFill>
                  <a:schemeClr val="dk1"/>
                </a:solidFill>
              </a:rPr>
              <a:t>Burp Suite acts as a </a:t>
            </a:r>
            <a:r>
              <a:rPr b="1" lang="en-IN" sz="1800">
                <a:solidFill>
                  <a:schemeClr val="dk1"/>
                </a:solidFill>
              </a:rPr>
              <a:t>proxy</a:t>
            </a:r>
            <a:r>
              <a:rPr lang="en-IN" sz="1800">
                <a:solidFill>
                  <a:schemeClr val="dk1"/>
                </a:solidFill>
              </a:rPr>
              <a:t> between your browser and the web server. This means it can </a:t>
            </a:r>
            <a:r>
              <a:rPr b="1" lang="en-IN" sz="1800">
                <a:solidFill>
                  <a:schemeClr val="dk1"/>
                </a:solidFill>
              </a:rPr>
              <a:t>intercept and inspect the data</a:t>
            </a:r>
            <a:r>
              <a:rPr lang="en-IN" sz="1800">
                <a:solidFill>
                  <a:schemeClr val="dk1"/>
                </a:solidFill>
              </a:rPr>
              <a:t> sent between your browser and a website. By doing this, you can, see exactly what your browser is sending, modify requests to test for vulnerabilities and analyze responses from the server.</a:t>
            </a:r>
            <a:br>
              <a:rPr lang="en-IN" sz="1100">
                <a:solidFill>
                  <a:schemeClr val="dk1"/>
                </a:solidFill>
              </a:rPr>
            </a:br>
            <a:endParaRPr sz="1800">
              <a:solidFill>
                <a:schemeClr val="dk1"/>
              </a:solidFill>
            </a:endParaRPr>
          </a:p>
          <a:p>
            <a:pPr indent="0" lvl="0" marL="0" rtl="0" algn="l">
              <a:lnSpc>
                <a:spcPct val="115000"/>
              </a:lnSpc>
              <a:spcBef>
                <a:spcPts val="1400"/>
              </a:spcBef>
              <a:spcAft>
                <a:spcPts val="0"/>
              </a:spcAft>
              <a:buNone/>
            </a:pPr>
            <a:r>
              <a:rPr b="1" lang="en-IN" sz="1800">
                <a:solidFill>
                  <a:schemeClr val="dk1"/>
                </a:solidFill>
              </a:rPr>
              <a:t>Why Burp Suite is Important</a:t>
            </a:r>
            <a:endParaRPr b="1" sz="1800">
              <a:solidFill>
                <a:schemeClr val="dk1"/>
              </a:solidFill>
            </a:endParaRPr>
          </a:p>
          <a:p>
            <a:pPr indent="-342900" lvl="0" marL="457200" rtl="0" algn="l">
              <a:lnSpc>
                <a:spcPct val="115000"/>
              </a:lnSpc>
              <a:spcBef>
                <a:spcPts val="1200"/>
              </a:spcBef>
              <a:spcAft>
                <a:spcPts val="0"/>
              </a:spcAft>
              <a:buClr>
                <a:schemeClr val="dk1"/>
              </a:buClr>
              <a:buSzPts val="1800"/>
              <a:buChar char="●"/>
            </a:pPr>
            <a:r>
              <a:rPr lang="en-IN" sz="1800">
                <a:solidFill>
                  <a:schemeClr val="dk1"/>
                </a:solidFill>
              </a:rPr>
              <a:t>Web apps are everywhere (banks, social media, e-commerce).</a:t>
            </a:r>
            <a:endParaRPr sz="1800">
              <a:solidFill>
                <a:schemeClr val="dk1"/>
              </a:solidFill>
            </a:endParaRPr>
          </a:p>
          <a:p>
            <a:pPr indent="-342900" lvl="0" marL="457200" rtl="0" algn="l">
              <a:lnSpc>
                <a:spcPct val="115000"/>
              </a:lnSpc>
              <a:spcBef>
                <a:spcPts val="0"/>
              </a:spcBef>
              <a:spcAft>
                <a:spcPts val="0"/>
              </a:spcAft>
              <a:buClr>
                <a:schemeClr val="dk1"/>
              </a:buClr>
              <a:buSzPts val="1800"/>
              <a:buChar char="●"/>
            </a:pPr>
            <a:r>
              <a:rPr lang="en-IN" sz="1800">
                <a:solidFill>
                  <a:schemeClr val="dk1"/>
                </a:solidFill>
              </a:rPr>
              <a:t>Hackers exploit weaknesses in web apps.</a:t>
            </a:r>
            <a:endParaRPr sz="1800">
              <a:solidFill>
                <a:schemeClr val="dk1"/>
              </a:solidFill>
            </a:endParaRPr>
          </a:p>
          <a:p>
            <a:pPr indent="-342900" lvl="0" marL="457200" rtl="0" algn="l">
              <a:lnSpc>
                <a:spcPct val="115000"/>
              </a:lnSpc>
              <a:spcBef>
                <a:spcPts val="0"/>
              </a:spcBef>
              <a:spcAft>
                <a:spcPts val="0"/>
              </a:spcAft>
              <a:buClr>
                <a:schemeClr val="dk1"/>
              </a:buClr>
              <a:buSzPts val="1800"/>
              <a:buChar char="●"/>
            </a:pPr>
            <a:r>
              <a:rPr lang="en-IN" sz="1800">
                <a:solidFill>
                  <a:schemeClr val="dk1"/>
                </a:solidFill>
              </a:rPr>
              <a:t>Burp Suite helps ethical hackers </a:t>
            </a:r>
            <a:r>
              <a:rPr b="1" lang="en-IN" sz="1800">
                <a:solidFill>
                  <a:schemeClr val="dk1"/>
                </a:solidFill>
              </a:rPr>
              <a:t>identify and fix vulnerabilities</a:t>
            </a:r>
            <a:r>
              <a:rPr lang="en-IN" sz="1800">
                <a:solidFill>
                  <a:schemeClr val="dk1"/>
                </a:solidFill>
              </a:rPr>
              <a:t> before bad actors can exploit them.</a:t>
            </a:r>
            <a:br>
              <a:rPr lang="en-IN" sz="1800">
                <a:solidFill>
                  <a:schemeClr val="dk1"/>
                </a:solidFill>
              </a:rPr>
            </a:br>
            <a:endParaRPr sz="1800">
              <a:solidFill>
                <a:schemeClr val="dk1"/>
              </a:solidFill>
            </a:endParaRPr>
          </a:p>
          <a:p>
            <a:pPr indent="0" lvl="0" marL="0" rtl="0" algn="l">
              <a:lnSpc>
                <a:spcPct val="115000"/>
              </a:lnSpc>
              <a:spcBef>
                <a:spcPts val="1200"/>
              </a:spcBef>
              <a:spcAft>
                <a:spcPts val="1200"/>
              </a:spcAft>
              <a:buNone/>
            </a:pPr>
            <a:r>
              <a:t/>
            </a:r>
            <a:endParaRPr sz="1100">
              <a:solidFill>
                <a:schemeClr val="dk1"/>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pic>
        <p:nvPicPr>
          <p:cNvPr id="168" name="Google Shape;168;g38bafc61219_0_69" title="Screenshot 2025-10-11 at 12.20.23 AM.png"/>
          <p:cNvPicPr preferRelativeResize="0"/>
          <p:nvPr/>
        </p:nvPicPr>
        <p:blipFill>
          <a:blip r:embed="rId3">
            <a:alphaModFix/>
          </a:blip>
          <a:stretch>
            <a:fillRect/>
          </a:stretch>
        </p:blipFill>
        <p:spPr>
          <a:xfrm>
            <a:off x="-54100" y="0"/>
            <a:ext cx="12246101" cy="6819174"/>
          </a:xfrm>
          <a:prstGeom prst="rect">
            <a:avLst/>
          </a:prstGeom>
          <a:noFill/>
          <a:ln>
            <a:noFill/>
          </a:ln>
        </p:spPr>
      </p:pic>
      <p:sp>
        <p:nvSpPr>
          <p:cNvPr id="169" name="Google Shape;169;g38bafc61219_0_69"/>
          <p:cNvSpPr txBox="1"/>
          <p:nvPr/>
        </p:nvSpPr>
        <p:spPr>
          <a:xfrm>
            <a:off x="1366225" y="1375850"/>
            <a:ext cx="58725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IN" sz="1800">
                <a:solidFill>
                  <a:schemeClr val="lt1"/>
                </a:solidFill>
                <a:latin typeface="Meiryo"/>
                <a:ea typeface="Meiryo"/>
                <a:cs typeface="Meiryo"/>
                <a:sym typeface="Meiryo"/>
              </a:rPr>
              <a:t>2. TOOLS USED - BURP SUITE</a:t>
            </a:r>
            <a:endParaRPr sz="1800">
              <a:solidFill>
                <a:schemeClr val="lt1"/>
              </a:solidFill>
              <a:latin typeface="Meiryo"/>
              <a:ea typeface="Meiryo"/>
              <a:cs typeface="Meiryo"/>
              <a:sym typeface="Meiryo"/>
            </a:endParaRPr>
          </a:p>
        </p:txBody>
      </p:sp>
      <p:sp>
        <p:nvSpPr>
          <p:cNvPr id="170" name="Google Shape;170;g38bafc61219_0_69"/>
          <p:cNvSpPr txBox="1"/>
          <p:nvPr/>
        </p:nvSpPr>
        <p:spPr>
          <a:xfrm>
            <a:off x="1327725" y="2357175"/>
            <a:ext cx="10788900" cy="4958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400"/>
              </a:spcBef>
              <a:spcAft>
                <a:spcPts val="0"/>
              </a:spcAft>
              <a:buNone/>
            </a:pPr>
            <a:r>
              <a:rPr b="1" lang="en-IN" sz="1300">
                <a:solidFill>
                  <a:schemeClr val="dk1"/>
                </a:solidFill>
              </a:rPr>
              <a:t>. Main Components</a:t>
            </a:r>
            <a:endParaRPr b="1" sz="1300">
              <a:solidFill>
                <a:schemeClr val="dk1"/>
              </a:solidFill>
            </a:endParaRPr>
          </a:p>
          <a:p>
            <a:pPr indent="-311150" lvl="0" marL="457200" rtl="0" algn="l">
              <a:lnSpc>
                <a:spcPct val="115000"/>
              </a:lnSpc>
              <a:spcBef>
                <a:spcPts val="1200"/>
              </a:spcBef>
              <a:spcAft>
                <a:spcPts val="0"/>
              </a:spcAft>
              <a:buClr>
                <a:schemeClr val="dk1"/>
              </a:buClr>
              <a:buSzPts val="1300"/>
              <a:buAutoNum type="arabicPeriod"/>
            </a:pPr>
            <a:r>
              <a:rPr b="1" lang="en-IN" sz="1300">
                <a:solidFill>
                  <a:schemeClr val="dk1"/>
                </a:solidFill>
              </a:rPr>
              <a:t>Proxy</a:t>
            </a:r>
            <a:endParaRPr b="1" sz="1300">
              <a:solidFill>
                <a:schemeClr val="dk1"/>
              </a:solidFill>
            </a:endParaRPr>
          </a:p>
          <a:p>
            <a:pPr indent="-311150" lvl="1" marL="914400" rtl="0" algn="l">
              <a:lnSpc>
                <a:spcPct val="115000"/>
              </a:lnSpc>
              <a:spcBef>
                <a:spcPts val="0"/>
              </a:spcBef>
              <a:spcAft>
                <a:spcPts val="0"/>
              </a:spcAft>
              <a:buClr>
                <a:schemeClr val="dk1"/>
              </a:buClr>
              <a:buSzPts val="1300"/>
              <a:buChar char="○"/>
            </a:pPr>
            <a:r>
              <a:rPr lang="en-IN" sz="1300">
                <a:solidFill>
                  <a:schemeClr val="dk1"/>
                </a:solidFill>
              </a:rPr>
              <a:t>Intercepts HTTP/S requests and responses.</a:t>
            </a:r>
            <a:endParaRPr sz="1300">
              <a:solidFill>
                <a:schemeClr val="dk1"/>
              </a:solidFill>
            </a:endParaRPr>
          </a:p>
          <a:p>
            <a:pPr indent="-311150" lvl="1" marL="914400" rtl="0" algn="l">
              <a:lnSpc>
                <a:spcPct val="115000"/>
              </a:lnSpc>
              <a:spcBef>
                <a:spcPts val="0"/>
              </a:spcBef>
              <a:spcAft>
                <a:spcPts val="0"/>
              </a:spcAft>
              <a:buClr>
                <a:schemeClr val="dk1"/>
              </a:buClr>
              <a:buSzPts val="1300"/>
              <a:buChar char="○"/>
            </a:pPr>
            <a:r>
              <a:rPr lang="en-IN" sz="1300">
                <a:solidFill>
                  <a:schemeClr val="dk1"/>
                </a:solidFill>
              </a:rPr>
              <a:t>Lets you modify requests before they reach the server or responses before they reach the browser.</a:t>
            </a:r>
            <a:endParaRPr sz="1300">
              <a:solidFill>
                <a:schemeClr val="dk1"/>
              </a:solidFill>
            </a:endParaRPr>
          </a:p>
          <a:p>
            <a:pPr indent="-311150" lvl="1" marL="914400" rtl="0" algn="l">
              <a:lnSpc>
                <a:spcPct val="115000"/>
              </a:lnSpc>
              <a:spcBef>
                <a:spcPts val="0"/>
              </a:spcBef>
              <a:spcAft>
                <a:spcPts val="0"/>
              </a:spcAft>
              <a:buClr>
                <a:schemeClr val="dk1"/>
              </a:buClr>
              <a:buSzPts val="1300"/>
              <a:buChar char="○"/>
            </a:pPr>
            <a:r>
              <a:rPr lang="en-IN" sz="1300">
                <a:solidFill>
                  <a:schemeClr val="dk1"/>
                </a:solidFill>
              </a:rPr>
              <a:t>Useful for testing how a server reacts to unexpected or malicious input.</a:t>
            </a:r>
            <a:br>
              <a:rPr lang="en-IN" sz="1300">
                <a:solidFill>
                  <a:schemeClr val="dk1"/>
                </a:solidFill>
              </a:rPr>
            </a:br>
            <a:endParaRPr sz="1300">
              <a:solidFill>
                <a:schemeClr val="dk1"/>
              </a:solidFill>
            </a:endParaRPr>
          </a:p>
          <a:p>
            <a:pPr indent="-311150" lvl="0" marL="457200" rtl="0" algn="l">
              <a:lnSpc>
                <a:spcPct val="115000"/>
              </a:lnSpc>
              <a:spcBef>
                <a:spcPts val="0"/>
              </a:spcBef>
              <a:spcAft>
                <a:spcPts val="0"/>
              </a:spcAft>
              <a:buClr>
                <a:schemeClr val="dk1"/>
              </a:buClr>
              <a:buSzPts val="1300"/>
              <a:buAutoNum type="arabicPeriod"/>
            </a:pPr>
            <a:r>
              <a:rPr b="1" lang="en-IN" sz="1300">
                <a:solidFill>
                  <a:schemeClr val="dk1"/>
                </a:solidFill>
              </a:rPr>
              <a:t>Repeater</a:t>
            </a:r>
            <a:endParaRPr b="1" sz="1300">
              <a:solidFill>
                <a:schemeClr val="dk1"/>
              </a:solidFill>
            </a:endParaRPr>
          </a:p>
          <a:p>
            <a:pPr indent="-311150" lvl="1" marL="914400" rtl="0" algn="l">
              <a:lnSpc>
                <a:spcPct val="115000"/>
              </a:lnSpc>
              <a:spcBef>
                <a:spcPts val="0"/>
              </a:spcBef>
              <a:spcAft>
                <a:spcPts val="0"/>
              </a:spcAft>
              <a:buClr>
                <a:schemeClr val="dk1"/>
              </a:buClr>
              <a:buSzPts val="1300"/>
              <a:buChar char="○"/>
            </a:pPr>
            <a:r>
              <a:rPr lang="en-IN" sz="1300">
                <a:solidFill>
                  <a:schemeClr val="dk1"/>
                </a:solidFill>
              </a:rPr>
              <a:t>Allows you to </a:t>
            </a:r>
            <a:r>
              <a:rPr b="1" lang="en-IN" sz="1300">
                <a:solidFill>
                  <a:schemeClr val="dk1"/>
                </a:solidFill>
              </a:rPr>
              <a:t>manually send requests</a:t>
            </a:r>
            <a:r>
              <a:rPr lang="en-IN" sz="1300">
                <a:solidFill>
                  <a:schemeClr val="dk1"/>
                </a:solidFill>
              </a:rPr>
              <a:t> multiple times.</a:t>
            </a:r>
            <a:endParaRPr sz="1300">
              <a:solidFill>
                <a:schemeClr val="dk1"/>
              </a:solidFill>
            </a:endParaRPr>
          </a:p>
          <a:p>
            <a:pPr indent="-311150" lvl="1" marL="914400" rtl="0" algn="l">
              <a:lnSpc>
                <a:spcPct val="115000"/>
              </a:lnSpc>
              <a:spcBef>
                <a:spcPts val="0"/>
              </a:spcBef>
              <a:spcAft>
                <a:spcPts val="0"/>
              </a:spcAft>
              <a:buClr>
                <a:schemeClr val="dk1"/>
              </a:buClr>
              <a:buSzPts val="1300"/>
              <a:buChar char="○"/>
            </a:pPr>
            <a:r>
              <a:rPr lang="en-IN" sz="1300">
                <a:solidFill>
                  <a:schemeClr val="dk1"/>
                </a:solidFill>
              </a:rPr>
              <a:t>You can change parameters to test how the application behaves.</a:t>
            </a:r>
            <a:endParaRPr sz="1300">
              <a:solidFill>
                <a:schemeClr val="dk1"/>
              </a:solidFill>
            </a:endParaRPr>
          </a:p>
          <a:p>
            <a:pPr indent="-311150" lvl="1" marL="914400" rtl="0" algn="l">
              <a:lnSpc>
                <a:spcPct val="115000"/>
              </a:lnSpc>
              <a:spcBef>
                <a:spcPts val="0"/>
              </a:spcBef>
              <a:spcAft>
                <a:spcPts val="0"/>
              </a:spcAft>
              <a:buClr>
                <a:schemeClr val="dk1"/>
              </a:buClr>
              <a:buSzPts val="1300"/>
              <a:buChar char="○"/>
            </a:pPr>
            <a:r>
              <a:rPr lang="en-IN" sz="1300">
                <a:solidFill>
                  <a:schemeClr val="dk1"/>
                </a:solidFill>
              </a:rPr>
              <a:t>Example: Change </a:t>
            </a:r>
            <a:r>
              <a:rPr lang="en-IN" sz="1300">
                <a:solidFill>
                  <a:srgbClr val="188038"/>
                </a:solidFill>
                <a:latin typeface="Roboto Mono"/>
                <a:ea typeface="Roboto Mono"/>
                <a:cs typeface="Roboto Mono"/>
                <a:sym typeface="Roboto Mono"/>
              </a:rPr>
              <a:t>?id=1</a:t>
            </a:r>
            <a:r>
              <a:rPr lang="en-IN" sz="1300">
                <a:solidFill>
                  <a:schemeClr val="dk1"/>
                </a:solidFill>
              </a:rPr>
              <a:t> to </a:t>
            </a:r>
            <a:r>
              <a:rPr lang="en-IN" sz="1300">
                <a:solidFill>
                  <a:srgbClr val="188038"/>
                </a:solidFill>
                <a:latin typeface="Roboto Mono"/>
                <a:ea typeface="Roboto Mono"/>
                <a:cs typeface="Roboto Mono"/>
                <a:sym typeface="Roboto Mono"/>
              </a:rPr>
              <a:t>?id=2</a:t>
            </a:r>
            <a:r>
              <a:rPr lang="en-IN" sz="1300">
                <a:solidFill>
                  <a:schemeClr val="dk1"/>
                </a:solidFill>
              </a:rPr>
              <a:t> or try SQL injection payloads.</a:t>
            </a:r>
            <a:br>
              <a:rPr lang="en-IN" sz="1300">
                <a:solidFill>
                  <a:schemeClr val="dk1"/>
                </a:solidFill>
              </a:rPr>
            </a:br>
            <a:endParaRPr sz="1300">
              <a:solidFill>
                <a:schemeClr val="dk1"/>
              </a:solidFill>
            </a:endParaRPr>
          </a:p>
          <a:p>
            <a:pPr indent="-311150" lvl="0" marL="457200" rtl="0" algn="l">
              <a:lnSpc>
                <a:spcPct val="115000"/>
              </a:lnSpc>
              <a:spcBef>
                <a:spcPts val="0"/>
              </a:spcBef>
              <a:spcAft>
                <a:spcPts val="0"/>
              </a:spcAft>
              <a:buClr>
                <a:schemeClr val="dk1"/>
              </a:buClr>
              <a:buSzPts val="1300"/>
              <a:buAutoNum type="arabicPeriod"/>
            </a:pPr>
            <a:r>
              <a:rPr b="1" lang="en-IN" sz="1300">
                <a:solidFill>
                  <a:schemeClr val="dk1"/>
                </a:solidFill>
              </a:rPr>
              <a:t>Scanner</a:t>
            </a:r>
            <a:r>
              <a:rPr lang="en-IN" sz="1300">
                <a:solidFill>
                  <a:schemeClr val="dk1"/>
                </a:solidFill>
              </a:rPr>
              <a:t> (in Burp Suite Professional)</a:t>
            </a:r>
            <a:endParaRPr sz="1300">
              <a:solidFill>
                <a:schemeClr val="dk1"/>
              </a:solidFill>
            </a:endParaRPr>
          </a:p>
          <a:p>
            <a:pPr indent="-311150" lvl="1" marL="914400" rtl="0" algn="l">
              <a:lnSpc>
                <a:spcPct val="115000"/>
              </a:lnSpc>
              <a:spcBef>
                <a:spcPts val="0"/>
              </a:spcBef>
              <a:spcAft>
                <a:spcPts val="0"/>
              </a:spcAft>
              <a:buClr>
                <a:schemeClr val="dk1"/>
              </a:buClr>
              <a:buSzPts val="1300"/>
              <a:buChar char="○"/>
            </a:pPr>
            <a:r>
              <a:rPr lang="en-IN" sz="1300">
                <a:solidFill>
                  <a:schemeClr val="dk1"/>
                </a:solidFill>
              </a:rPr>
              <a:t>Automatically scans for vulnerabilities like XSS, SQL injection, etc.</a:t>
            </a:r>
            <a:endParaRPr sz="1300">
              <a:solidFill>
                <a:schemeClr val="dk1"/>
              </a:solidFill>
            </a:endParaRPr>
          </a:p>
          <a:p>
            <a:pPr indent="-311150" lvl="1" marL="914400" rtl="0" algn="l">
              <a:lnSpc>
                <a:spcPct val="115000"/>
              </a:lnSpc>
              <a:spcBef>
                <a:spcPts val="0"/>
              </a:spcBef>
              <a:spcAft>
                <a:spcPts val="0"/>
              </a:spcAft>
              <a:buClr>
                <a:schemeClr val="dk1"/>
              </a:buClr>
              <a:buSzPts val="1300"/>
              <a:buChar char="○"/>
            </a:pPr>
            <a:r>
              <a:rPr lang="en-IN" sz="1300">
                <a:solidFill>
                  <a:schemeClr val="dk1"/>
                </a:solidFill>
              </a:rPr>
              <a:t>Very useful for speeding up testing.</a:t>
            </a:r>
            <a:endParaRPr sz="1300">
              <a:solidFill>
                <a:schemeClr val="dk1"/>
              </a:solidFill>
            </a:endParaRPr>
          </a:p>
          <a:p>
            <a:pPr indent="0" lvl="0" marL="0" rtl="0" algn="l">
              <a:lnSpc>
                <a:spcPct val="115000"/>
              </a:lnSpc>
              <a:spcBef>
                <a:spcPts val="1200"/>
              </a:spcBef>
              <a:spcAft>
                <a:spcPts val="0"/>
              </a:spcAft>
              <a:buNone/>
            </a:pPr>
            <a:r>
              <a:rPr b="1" lang="en-IN" sz="1300">
                <a:solidFill>
                  <a:schemeClr val="dk1"/>
                </a:solidFill>
              </a:rPr>
              <a:t>4</a:t>
            </a:r>
            <a:r>
              <a:rPr b="1" lang="en-IN" sz="1300">
                <a:solidFill>
                  <a:schemeClr val="dk1"/>
                </a:solidFill>
              </a:rPr>
              <a:t>.    Intruder</a:t>
            </a:r>
            <a:endParaRPr b="1" sz="1300">
              <a:solidFill>
                <a:schemeClr val="dk1"/>
              </a:solidFill>
            </a:endParaRPr>
          </a:p>
          <a:p>
            <a:pPr indent="-311150" lvl="1" marL="914400" rtl="0" algn="l">
              <a:lnSpc>
                <a:spcPct val="115000"/>
              </a:lnSpc>
              <a:spcBef>
                <a:spcPts val="1200"/>
              </a:spcBef>
              <a:spcAft>
                <a:spcPts val="0"/>
              </a:spcAft>
              <a:buClr>
                <a:schemeClr val="dk1"/>
              </a:buClr>
              <a:buSzPts val="1300"/>
              <a:buChar char="○"/>
            </a:pPr>
            <a:r>
              <a:rPr lang="en-IN" sz="1300">
                <a:solidFill>
                  <a:schemeClr val="dk1"/>
                </a:solidFill>
              </a:rPr>
              <a:t>Automates sending lots of requests with different payloads.</a:t>
            </a:r>
            <a:endParaRPr sz="1300">
              <a:solidFill>
                <a:schemeClr val="dk1"/>
              </a:solidFill>
            </a:endParaRPr>
          </a:p>
          <a:p>
            <a:pPr indent="-311150" lvl="1" marL="914400" rtl="0" algn="l">
              <a:lnSpc>
                <a:spcPct val="115000"/>
              </a:lnSpc>
              <a:spcBef>
                <a:spcPts val="0"/>
              </a:spcBef>
              <a:spcAft>
                <a:spcPts val="0"/>
              </a:spcAft>
              <a:buClr>
                <a:schemeClr val="dk1"/>
              </a:buClr>
              <a:buSzPts val="1300"/>
              <a:buChar char="○"/>
            </a:pPr>
            <a:r>
              <a:rPr lang="en-IN" sz="1300">
                <a:solidFill>
                  <a:schemeClr val="dk1"/>
                </a:solidFill>
              </a:rPr>
              <a:t>Useful for testing login forms (brute-force) or input fields.</a:t>
            </a:r>
            <a:endParaRPr sz="1300">
              <a:solidFill>
                <a:schemeClr val="dk1"/>
              </a:solidFill>
            </a:endParaRPr>
          </a:p>
          <a:p>
            <a:pPr indent="0" lvl="0" marL="0" rtl="0" algn="l">
              <a:lnSpc>
                <a:spcPct val="115000"/>
              </a:lnSpc>
              <a:spcBef>
                <a:spcPts val="1200"/>
              </a:spcBef>
              <a:spcAft>
                <a:spcPts val="1200"/>
              </a:spcAft>
              <a:buNone/>
            </a:pPr>
            <a:r>
              <a:t/>
            </a:r>
            <a:endParaRPr sz="1600">
              <a:solidFill>
                <a:schemeClr val="dk1"/>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pic>
        <p:nvPicPr>
          <p:cNvPr id="176" name="Google Shape;176;g38bafc61219_1_10" title="Screenshot 2025-10-11 at 12.20.23 AM.png"/>
          <p:cNvPicPr preferRelativeResize="0"/>
          <p:nvPr/>
        </p:nvPicPr>
        <p:blipFill>
          <a:blip r:embed="rId3">
            <a:alphaModFix/>
          </a:blip>
          <a:stretch>
            <a:fillRect/>
          </a:stretch>
        </p:blipFill>
        <p:spPr>
          <a:xfrm>
            <a:off x="-54100" y="0"/>
            <a:ext cx="12246101" cy="6819174"/>
          </a:xfrm>
          <a:prstGeom prst="rect">
            <a:avLst/>
          </a:prstGeom>
          <a:noFill/>
          <a:ln>
            <a:noFill/>
          </a:ln>
        </p:spPr>
      </p:pic>
      <p:sp>
        <p:nvSpPr>
          <p:cNvPr id="177" name="Google Shape;177;g38bafc61219_1_10"/>
          <p:cNvSpPr txBox="1"/>
          <p:nvPr/>
        </p:nvSpPr>
        <p:spPr>
          <a:xfrm>
            <a:off x="1366225" y="1375850"/>
            <a:ext cx="58725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IN" sz="1800">
                <a:solidFill>
                  <a:schemeClr val="lt1"/>
                </a:solidFill>
                <a:latin typeface="Meiryo"/>
                <a:ea typeface="Meiryo"/>
                <a:cs typeface="Meiryo"/>
                <a:sym typeface="Meiryo"/>
              </a:rPr>
              <a:t>2. TOOLS USED - BURP SUITE</a:t>
            </a:r>
            <a:endParaRPr sz="1800">
              <a:solidFill>
                <a:schemeClr val="lt1"/>
              </a:solidFill>
              <a:latin typeface="Meiryo"/>
              <a:ea typeface="Meiryo"/>
              <a:cs typeface="Meiryo"/>
              <a:sym typeface="Meiryo"/>
            </a:endParaRPr>
          </a:p>
        </p:txBody>
      </p:sp>
      <p:sp>
        <p:nvSpPr>
          <p:cNvPr id="178" name="Google Shape;178;g38bafc61219_1_10"/>
          <p:cNvSpPr txBox="1"/>
          <p:nvPr/>
        </p:nvSpPr>
        <p:spPr>
          <a:xfrm>
            <a:off x="1327725" y="2357175"/>
            <a:ext cx="10788900" cy="34788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400"/>
              </a:spcBef>
              <a:spcAft>
                <a:spcPts val="0"/>
              </a:spcAft>
              <a:buNone/>
            </a:pPr>
            <a:r>
              <a:rPr b="1" lang="en-IN" sz="1300">
                <a:solidFill>
                  <a:schemeClr val="dk1"/>
                </a:solidFill>
              </a:rPr>
              <a:t>5.     Sequencer</a:t>
            </a:r>
            <a:endParaRPr b="1" sz="1300">
              <a:solidFill>
                <a:schemeClr val="dk1"/>
              </a:solidFill>
            </a:endParaRPr>
          </a:p>
          <a:p>
            <a:pPr indent="-311150" lvl="1" marL="914400" rtl="0" algn="l">
              <a:lnSpc>
                <a:spcPct val="115000"/>
              </a:lnSpc>
              <a:spcBef>
                <a:spcPts val="1200"/>
              </a:spcBef>
              <a:spcAft>
                <a:spcPts val="0"/>
              </a:spcAft>
              <a:buClr>
                <a:schemeClr val="dk1"/>
              </a:buClr>
              <a:buSzPts val="1300"/>
              <a:buChar char="○"/>
            </a:pPr>
            <a:r>
              <a:rPr lang="en-IN" sz="1300">
                <a:solidFill>
                  <a:schemeClr val="dk1"/>
                </a:solidFill>
              </a:rPr>
              <a:t>Analyzes the randomness of tokens (like session IDs or CSRF tokens).</a:t>
            </a:r>
            <a:endParaRPr sz="1300">
              <a:solidFill>
                <a:schemeClr val="dk1"/>
              </a:solidFill>
            </a:endParaRPr>
          </a:p>
          <a:p>
            <a:pPr indent="-311150" lvl="1" marL="914400" rtl="0" algn="l">
              <a:lnSpc>
                <a:spcPct val="115000"/>
              </a:lnSpc>
              <a:spcBef>
                <a:spcPts val="0"/>
              </a:spcBef>
              <a:spcAft>
                <a:spcPts val="0"/>
              </a:spcAft>
              <a:buClr>
                <a:schemeClr val="dk1"/>
              </a:buClr>
              <a:buSzPts val="1300"/>
              <a:buChar char="○"/>
            </a:pPr>
            <a:r>
              <a:rPr lang="en-IN" sz="1300">
                <a:solidFill>
                  <a:schemeClr val="dk1"/>
                </a:solidFill>
              </a:rPr>
              <a:t>Checks if tokens can be predicted.</a:t>
            </a:r>
            <a:endParaRPr sz="13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IN" sz="1300">
                <a:solidFill>
                  <a:schemeClr val="dk1"/>
                </a:solidFill>
              </a:rPr>
              <a:t>6.      Decoder</a:t>
            </a:r>
            <a:endParaRPr b="1" sz="1300">
              <a:solidFill>
                <a:schemeClr val="dk1"/>
              </a:solidFill>
            </a:endParaRPr>
          </a:p>
          <a:p>
            <a:pPr indent="-311150" lvl="1" marL="914400" rtl="0" algn="l">
              <a:lnSpc>
                <a:spcPct val="115000"/>
              </a:lnSpc>
              <a:spcBef>
                <a:spcPts val="1200"/>
              </a:spcBef>
              <a:spcAft>
                <a:spcPts val="0"/>
              </a:spcAft>
              <a:buClr>
                <a:schemeClr val="dk1"/>
              </a:buClr>
              <a:buSzPts val="1300"/>
              <a:buChar char="○"/>
            </a:pPr>
            <a:r>
              <a:rPr lang="en-IN" sz="1300">
                <a:solidFill>
                  <a:schemeClr val="dk1"/>
                </a:solidFill>
              </a:rPr>
              <a:t>Encodes or decodes data (like Base64, URL encoding, etc.).</a:t>
            </a:r>
            <a:endParaRPr sz="1300">
              <a:solidFill>
                <a:schemeClr val="dk1"/>
              </a:solidFill>
            </a:endParaRPr>
          </a:p>
          <a:p>
            <a:pPr indent="-311150" lvl="1" marL="914400" rtl="0" algn="l">
              <a:lnSpc>
                <a:spcPct val="115000"/>
              </a:lnSpc>
              <a:spcBef>
                <a:spcPts val="0"/>
              </a:spcBef>
              <a:spcAft>
                <a:spcPts val="0"/>
              </a:spcAft>
              <a:buClr>
                <a:schemeClr val="dk1"/>
              </a:buClr>
              <a:buSzPts val="1300"/>
              <a:buChar char="○"/>
            </a:pPr>
            <a:r>
              <a:rPr lang="en-IN" sz="1300">
                <a:solidFill>
                  <a:schemeClr val="dk1"/>
                </a:solidFill>
              </a:rPr>
              <a:t>Helps understand hidden or encoded data in requests.</a:t>
            </a:r>
            <a:endParaRPr sz="13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IN" sz="1300">
                <a:solidFill>
                  <a:schemeClr val="dk1"/>
                </a:solidFill>
              </a:rPr>
              <a:t>7.      Comparer</a:t>
            </a:r>
            <a:endParaRPr b="1" sz="1300">
              <a:solidFill>
                <a:schemeClr val="dk1"/>
              </a:solidFill>
            </a:endParaRPr>
          </a:p>
          <a:p>
            <a:pPr indent="-311150" lvl="1" marL="914400" rtl="0" algn="l">
              <a:lnSpc>
                <a:spcPct val="115000"/>
              </a:lnSpc>
              <a:spcBef>
                <a:spcPts val="1200"/>
              </a:spcBef>
              <a:spcAft>
                <a:spcPts val="0"/>
              </a:spcAft>
              <a:buClr>
                <a:schemeClr val="dk1"/>
              </a:buClr>
              <a:buSzPts val="1300"/>
              <a:buChar char="○"/>
            </a:pPr>
            <a:r>
              <a:rPr lang="en-IN" sz="1300">
                <a:solidFill>
                  <a:schemeClr val="dk1"/>
                </a:solidFill>
              </a:rPr>
              <a:t>Lets you </a:t>
            </a:r>
            <a:r>
              <a:rPr b="1" lang="en-IN" sz="1300">
                <a:solidFill>
                  <a:schemeClr val="dk1"/>
                </a:solidFill>
              </a:rPr>
              <a:t>compare two pieces of data</a:t>
            </a:r>
            <a:r>
              <a:rPr lang="en-IN" sz="1300">
                <a:solidFill>
                  <a:schemeClr val="dk1"/>
                </a:solidFill>
              </a:rPr>
              <a:t> to find differences.</a:t>
            </a:r>
            <a:endParaRPr sz="1300">
              <a:solidFill>
                <a:schemeClr val="dk1"/>
              </a:solidFill>
            </a:endParaRPr>
          </a:p>
          <a:p>
            <a:pPr indent="-330200" lvl="1" marL="914400" rtl="0" algn="l">
              <a:lnSpc>
                <a:spcPct val="115000"/>
              </a:lnSpc>
              <a:spcBef>
                <a:spcPts val="0"/>
              </a:spcBef>
              <a:spcAft>
                <a:spcPts val="0"/>
              </a:spcAft>
              <a:buClr>
                <a:schemeClr val="dk1"/>
              </a:buClr>
              <a:buSzPts val="1600"/>
              <a:buChar char="○"/>
            </a:pPr>
            <a:r>
              <a:rPr lang="en-IN" sz="1300">
                <a:solidFill>
                  <a:schemeClr val="dk1"/>
                </a:solidFill>
              </a:rPr>
              <a:t>Useful for analyzing responses before and after a change.</a:t>
            </a:r>
            <a:endParaRPr b="1" sz="1300">
              <a:solidFill>
                <a:schemeClr val="dk1"/>
              </a:solidFill>
            </a:endParaRPr>
          </a:p>
          <a:p>
            <a:pPr indent="0" lvl="0" marL="0" rtl="0" algn="l">
              <a:lnSpc>
                <a:spcPct val="115000"/>
              </a:lnSpc>
              <a:spcBef>
                <a:spcPts val="1200"/>
              </a:spcBef>
              <a:spcAft>
                <a:spcPts val="1200"/>
              </a:spcAft>
              <a:buNone/>
            </a:pPr>
            <a:r>
              <a:t/>
            </a:r>
            <a:endParaRPr sz="1600">
              <a:solidFill>
                <a:schemeClr val="dk1"/>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 name="Shape 183"/>
        <p:cNvGrpSpPr/>
        <p:nvPr/>
      </p:nvGrpSpPr>
      <p:grpSpPr>
        <a:xfrm>
          <a:off x="0" y="0"/>
          <a:ext cx="0" cy="0"/>
          <a:chOff x="0" y="0"/>
          <a:chExt cx="0" cy="0"/>
        </a:xfrm>
      </p:grpSpPr>
      <p:sp>
        <p:nvSpPr>
          <p:cNvPr id="184" name="Google Shape;184;g39484645258_0_0"/>
          <p:cNvSpPr txBox="1"/>
          <p:nvPr/>
        </p:nvSpPr>
        <p:spPr>
          <a:xfrm>
            <a:off x="262025" y="0"/>
            <a:ext cx="6698700" cy="646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IN" sz="3000">
                <a:solidFill>
                  <a:schemeClr val="dk1"/>
                </a:solidFill>
                <a:latin typeface="Times New Roman"/>
                <a:ea typeface="Times New Roman"/>
                <a:cs typeface="Times New Roman"/>
                <a:sym typeface="Times New Roman"/>
              </a:rPr>
              <a:t>Pre- Vapt snapshot</a:t>
            </a:r>
            <a:endParaRPr sz="100">
              <a:solidFill>
                <a:schemeClr val="dk1"/>
              </a:solidFill>
              <a:latin typeface="Times New Roman"/>
              <a:ea typeface="Times New Roman"/>
              <a:cs typeface="Times New Roman"/>
              <a:sym typeface="Times New Roman"/>
            </a:endParaRPr>
          </a:p>
        </p:txBody>
      </p:sp>
      <p:pic>
        <p:nvPicPr>
          <p:cNvPr id="185" name="Google Shape;185;g39484645258_0_0"/>
          <p:cNvPicPr preferRelativeResize="0"/>
          <p:nvPr/>
        </p:nvPicPr>
        <p:blipFill>
          <a:blip r:embed="rId3">
            <a:alphaModFix/>
          </a:blip>
          <a:stretch>
            <a:fillRect/>
          </a:stretch>
        </p:blipFill>
        <p:spPr>
          <a:xfrm>
            <a:off x="1543875" y="816975"/>
            <a:ext cx="9853450" cy="5885700"/>
          </a:xfrm>
          <a:prstGeom prst="rect">
            <a:avLst/>
          </a:prstGeom>
          <a:noFill/>
          <a:ln>
            <a:noFill/>
          </a:ln>
        </p:spPr>
      </p:pic>
      <p:sp>
        <p:nvSpPr>
          <p:cNvPr id="186" name="Google Shape;186;g39484645258_0_0"/>
          <p:cNvSpPr txBox="1"/>
          <p:nvPr/>
        </p:nvSpPr>
        <p:spPr>
          <a:xfrm>
            <a:off x="8397325" y="271050"/>
            <a:ext cx="3000000" cy="461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IN" sz="1800">
                <a:solidFill>
                  <a:schemeClr val="dk1"/>
                </a:solidFill>
                <a:latin typeface="Calibri"/>
                <a:ea typeface="Calibri"/>
                <a:cs typeface="Calibri"/>
                <a:sym typeface="Calibri"/>
              </a:rPr>
              <a:t>KALI VM’s IP -  172.16.78.130 </a:t>
            </a:r>
            <a:endParaRPr sz="1800">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pic>
        <p:nvPicPr>
          <p:cNvPr id="192" name="Google Shape;192;g39484645258_0_11"/>
          <p:cNvPicPr preferRelativeResize="0"/>
          <p:nvPr/>
        </p:nvPicPr>
        <p:blipFill>
          <a:blip r:embed="rId3">
            <a:alphaModFix/>
          </a:blip>
          <a:stretch>
            <a:fillRect/>
          </a:stretch>
        </p:blipFill>
        <p:spPr>
          <a:xfrm>
            <a:off x="143350" y="423475"/>
            <a:ext cx="11671951" cy="6269825"/>
          </a:xfrm>
          <a:prstGeom prst="rect">
            <a:avLst/>
          </a:prstGeom>
          <a:noFill/>
          <a:ln>
            <a:noFill/>
          </a:ln>
        </p:spPr>
      </p:pic>
      <p:sp>
        <p:nvSpPr>
          <p:cNvPr id="193" name="Google Shape;193;g39484645258_0_11"/>
          <p:cNvSpPr txBox="1"/>
          <p:nvPr/>
        </p:nvSpPr>
        <p:spPr>
          <a:xfrm>
            <a:off x="7454325" y="0"/>
            <a:ext cx="6265200" cy="461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IN" sz="1800">
                <a:solidFill>
                  <a:schemeClr val="dk1"/>
                </a:solidFill>
                <a:latin typeface="Calibri"/>
                <a:ea typeface="Calibri"/>
                <a:cs typeface="Calibri"/>
                <a:sym typeface="Calibri"/>
              </a:rPr>
              <a:t>Windows ip (target machine) – 172.16.78.131</a:t>
            </a:r>
            <a:endParaRPr sz="1800">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 name="Shape 198"/>
        <p:cNvGrpSpPr/>
        <p:nvPr/>
      </p:nvGrpSpPr>
      <p:grpSpPr>
        <a:xfrm>
          <a:off x="0" y="0"/>
          <a:ext cx="0" cy="0"/>
          <a:chOff x="0" y="0"/>
          <a:chExt cx="0" cy="0"/>
        </a:xfrm>
      </p:grpSpPr>
      <p:sp>
        <p:nvSpPr>
          <p:cNvPr id="199" name="Google Shape;199;g39484645258_0_19"/>
          <p:cNvSpPr txBox="1"/>
          <p:nvPr/>
        </p:nvSpPr>
        <p:spPr>
          <a:xfrm>
            <a:off x="337775" y="341275"/>
            <a:ext cx="11366700" cy="628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IN" sz="1800">
                <a:solidFill>
                  <a:srgbClr val="3F3F3F"/>
                </a:solidFill>
                <a:latin typeface="Meiryo"/>
                <a:ea typeface="Meiryo"/>
                <a:cs typeface="Meiryo"/>
                <a:sym typeface="Meiryo"/>
              </a:rPr>
              <a:t>We will use burp suite. It is a powerful tool for testing and attacking web applications. It sits between your browser and web server and gives you tools to inspect, modify, automate and analyse web traffic and </a:t>
            </a:r>
            <a:r>
              <a:rPr lang="en-IN" sz="1800">
                <a:solidFill>
                  <a:srgbClr val="3F3F3F"/>
                </a:solidFill>
                <a:latin typeface="Meiryo"/>
                <a:ea typeface="Meiryo"/>
                <a:cs typeface="Meiryo"/>
                <a:sym typeface="Meiryo"/>
              </a:rPr>
              <a:t>vulnerabilities</a:t>
            </a:r>
            <a:r>
              <a:rPr lang="en-IN" sz="1800">
                <a:solidFill>
                  <a:srgbClr val="3F3F3F"/>
                </a:solidFill>
                <a:latin typeface="Meiryo"/>
                <a:ea typeface="Meiryo"/>
                <a:cs typeface="Meiryo"/>
                <a:sym typeface="Meiryo"/>
              </a:rPr>
              <a:t>. </a:t>
            </a:r>
            <a:endParaRPr sz="1800">
              <a:solidFill>
                <a:srgbClr val="3F3F3F"/>
              </a:solidFill>
              <a:latin typeface="Meiryo"/>
              <a:ea typeface="Meiryo"/>
              <a:cs typeface="Meiryo"/>
              <a:sym typeface="Meiryo"/>
            </a:endParaRPr>
          </a:p>
          <a:p>
            <a:pPr indent="0" lvl="0" marL="0" rtl="0" algn="l">
              <a:spcBef>
                <a:spcPts val="0"/>
              </a:spcBef>
              <a:spcAft>
                <a:spcPts val="0"/>
              </a:spcAft>
              <a:buNone/>
            </a:pPr>
            <a:r>
              <a:t/>
            </a:r>
            <a:endParaRPr sz="1800">
              <a:solidFill>
                <a:srgbClr val="3F3F3F"/>
              </a:solidFill>
              <a:latin typeface="Meiryo"/>
              <a:ea typeface="Meiryo"/>
              <a:cs typeface="Meiryo"/>
              <a:sym typeface="Meiryo"/>
            </a:endParaRPr>
          </a:p>
          <a:p>
            <a:pPr indent="0" lvl="0" marL="0" rtl="0" algn="l">
              <a:spcBef>
                <a:spcPts val="0"/>
              </a:spcBef>
              <a:spcAft>
                <a:spcPts val="0"/>
              </a:spcAft>
              <a:buNone/>
            </a:pPr>
            <a:r>
              <a:rPr lang="en-IN" sz="1800">
                <a:solidFill>
                  <a:srgbClr val="3F3F3F"/>
                </a:solidFill>
                <a:latin typeface="Meiryo"/>
                <a:ea typeface="Meiryo"/>
                <a:cs typeface="Meiryo"/>
                <a:sym typeface="Meiryo"/>
              </a:rPr>
              <a:t>First we will ensure that burp is listening on 127.0.0.1:8080. In Burp : Proxy -&gt; options -&gt; under proxy listeners for </a:t>
            </a:r>
            <a:r>
              <a:rPr lang="en-IN" sz="1800">
                <a:solidFill>
                  <a:srgbClr val="3F3F3F"/>
                </a:solidFill>
                <a:latin typeface="Meiryo"/>
                <a:ea typeface="Meiryo"/>
                <a:cs typeface="Meiryo"/>
                <a:sym typeface="Meiryo"/>
              </a:rPr>
              <a:t>127.0.0.1:8080. This is the port your browser will send traffic to so Burp can capture it.</a:t>
            </a:r>
            <a:endParaRPr sz="1800">
              <a:solidFill>
                <a:srgbClr val="3F3F3F"/>
              </a:solidFill>
              <a:latin typeface="Meiryo"/>
              <a:ea typeface="Meiryo"/>
              <a:cs typeface="Meiryo"/>
              <a:sym typeface="Meiryo"/>
            </a:endParaRPr>
          </a:p>
          <a:p>
            <a:pPr indent="0" lvl="0" marL="0" rtl="0" algn="l">
              <a:spcBef>
                <a:spcPts val="0"/>
              </a:spcBef>
              <a:spcAft>
                <a:spcPts val="0"/>
              </a:spcAft>
              <a:buNone/>
            </a:pPr>
            <a:r>
              <a:t/>
            </a:r>
            <a:endParaRPr sz="1800">
              <a:solidFill>
                <a:srgbClr val="3F3F3F"/>
              </a:solidFill>
              <a:latin typeface="Meiryo"/>
              <a:ea typeface="Meiryo"/>
              <a:cs typeface="Meiryo"/>
              <a:sym typeface="Meiryo"/>
            </a:endParaRPr>
          </a:p>
          <a:p>
            <a:pPr indent="0" lvl="0" marL="0" rtl="0" algn="l">
              <a:spcBef>
                <a:spcPts val="0"/>
              </a:spcBef>
              <a:spcAft>
                <a:spcPts val="0"/>
              </a:spcAft>
              <a:buNone/>
            </a:pPr>
            <a:r>
              <a:rPr lang="en-IN" sz="1800">
                <a:solidFill>
                  <a:srgbClr val="3F3F3F"/>
                </a:solidFill>
                <a:latin typeface="Meiryo"/>
                <a:ea typeface="Meiryo"/>
                <a:cs typeface="Meiryo"/>
                <a:sym typeface="Meiryo"/>
              </a:rPr>
              <a:t>Then configure your browser to use Burp as proxy. The browser that we are using is FireFox. Open firefox in Kali, In firefox: preferences -&gt; search for network settings-&gt; click settings-&gt; choose manual proxy configuration and set HTTP Proxy 127.0.0.1 and port 8080. After this every page in the firefox session will go through burp.</a:t>
            </a:r>
            <a:endParaRPr sz="1800">
              <a:solidFill>
                <a:srgbClr val="3F3F3F"/>
              </a:solidFill>
              <a:latin typeface="Meiryo"/>
              <a:ea typeface="Meiryo"/>
              <a:cs typeface="Meiryo"/>
              <a:sym typeface="Meiryo"/>
            </a:endParaRPr>
          </a:p>
          <a:p>
            <a:pPr indent="0" lvl="0" marL="0" rtl="0" algn="l">
              <a:spcBef>
                <a:spcPts val="0"/>
              </a:spcBef>
              <a:spcAft>
                <a:spcPts val="0"/>
              </a:spcAft>
              <a:buNone/>
            </a:pPr>
            <a:r>
              <a:t/>
            </a:r>
            <a:endParaRPr sz="1800">
              <a:solidFill>
                <a:srgbClr val="3F3F3F"/>
              </a:solidFill>
              <a:latin typeface="Meiryo"/>
              <a:ea typeface="Meiryo"/>
              <a:cs typeface="Meiryo"/>
              <a:sym typeface="Meiryo"/>
            </a:endParaRPr>
          </a:p>
          <a:p>
            <a:pPr indent="0" lvl="0" marL="0" rtl="0" algn="l">
              <a:spcBef>
                <a:spcPts val="0"/>
              </a:spcBef>
              <a:spcAft>
                <a:spcPts val="0"/>
              </a:spcAft>
              <a:buNone/>
            </a:pPr>
            <a:r>
              <a:rPr lang="en-IN" sz="1800">
                <a:solidFill>
                  <a:srgbClr val="3F3F3F"/>
                </a:solidFill>
                <a:latin typeface="Meiryo"/>
                <a:ea typeface="Meiryo"/>
                <a:cs typeface="Meiryo"/>
                <a:sym typeface="Meiryo"/>
              </a:rPr>
              <a:t>Burp is listening on Kali  because it is running on Kali and acts as a proxy for whatever browser you use that sends traffic to it.</a:t>
            </a:r>
            <a:r>
              <a:rPr lang="en-IN" sz="1800">
                <a:solidFill>
                  <a:srgbClr val="3F3F3F"/>
                </a:solidFill>
                <a:latin typeface="Meiryo"/>
                <a:ea typeface="Meiryo"/>
                <a:cs typeface="Meiryo"/>
                <a:sym typeface="Meiryo"/>
              </a:rPr>
              <a:t> </a:t>
            </a:r>
            <a:endParaRPr sz="1800">
              <a:solidFill>
                <a:srgbClr val="3F3F3F"/>
              </a:solidFill>
              <a:latin typeface="Meiryo"/>
              <a:ea typeface="Meiryo"/>
              <a:cs typeface="Meiryo"/>
              <a:sym typeface="Meiryo"/>
            </a:endParaRPr>
          </a:p>
          <a:p>
            <a:pPr indent="0" lvl="0" marL="0" rtl="0" algn="l">
              <a:spcBef>
                <a:spcPts val="0"/>
              </a:spcBef>
              <a:spcAft>
                <a:spcPts val="0"/>
              </a:spcAft>
              <a:buNone/>
            </a:pPr>
            <a:r>
              <a:t/>
            </a:r>
            <a:endParaRPr sz="1800">
              <a:solidFill>
                <a:srgbClr val="3F3F3F"/>
              </a:solidFill>
              <a:latin typeface="Meiryo"/>
              <a:ea typeface="Meiryo"/>
              <a:cs typeface="Meiryo"/>
              <a:sym typeface="Meiryo"/>
            </a:endParaRPr>
          </a:p>
          <a:p>
            <a:pPr indent="0" lvl="0" marL="0" rtl="0" algn="l">
              <a:spcBef>
                <a:spcPts val="0"/>
              </a:spcBef>
              <a:spcAft>
                <a:spcPts val="0"/>
              </a:spcAft>
              <a:buNone/>
            </a:pPr>
            <a:r>
              <a:rPr lang="en-IN" sz="1800">
                <a:solidFill>
                  <a:srgbClr val="3F3F3F"/>
                </a:solidFill>
                <a:latin typeface="Meiryo"/>
                <a:ea typeface="Meiryo"/>
                <a:cs typeface="Meiryo"/>
                <a:sym typeface="Meiryo"/>
              </a:rPr>
              <a:t>Next we’ll test if Burp sees traffic. In Burp go to proxy -&gt; intercept and ensure </a:t>
            </a:r>
            <a:r>
              <a:rPr lang="en-IN" sz="1800">
                <a:solidFill>
                  <a:srgbClr val="3F3F3F"/>
                </a:solidFill>
                <a:latin typeface="Meiryo"/>
                <a:ea typeface="Meiryo"/>
                <a:cs typeface="Meiryo"/>
                <a:sym typeface="Meiryo"/>
              </a:rPr>
              <a:t>intercept is off so burp is normal and just log requests. In the proxied firefox open http:/</a:t>
            </a:r>
            <a:r>
              <a:rPr lang="en-IN" sz="1800">
                <a:solidFill>
                  <a:srgbClr val="3F3F3F"/>
                </a:solidFill>
                <a:latin typeface="Calibri"/>
                <a:ea typeface="Calibri"/>
                <a:cs typeface="Calibri"/>
                <a:sym typeface="Calibri"/>
              </a:rPr>
              <a:t>172.16.78.131/dvwa. After that go to Burp -&gt; proxy -&gt; HTTP history.</a:t>
            </a:r>
            <a:endParaRPr sz="1800">
              <a:solidFill>
                <a:srgbClr val="3F3F3F"/>
              </a:solidFill>
              <a:latin typeface="Calibri"/>
              <a:ea typeface="Calibri"/>
              <a:cs typeface="Calibri"/>
              <a:sym typeface="Calibri"/>
            </a:endParaRPr>
          </a:p>
          <a:p>
            <a:pPr indent="0" lvl="0" marL="0" rtl="0" algn="l">
              <a:spcBef>
                <a:spcPts val="0"/>
              </a:spcBef>
              <a:spcAft>
                <a:spcPts val="0"/>
              </a:spcAft>
              <a:buNone/>
            </a:pPr>
            <a:r>
              <a:t/>
            </a:r>
            <a:endParaRPr sz="1800">
              <a:solidFill>
                <a:srgbClr val="3F3F3F"/>
              </a:solidFill>
              <a:latin typeface="Calibri"/>
              <a:ea typeface="Calibri"/>
              <a:cs typeface="Calibri"/>
              <a:sym typeface="Calibri"/>
            </a:endParaRPr>
          </a:p>
          <a:p>
            <a:pPr indent="0" lvl="0" marL="0" rtl="0" algn="l">
              <a:spcBef>
                <a:spcPts val="0"/>
              </a:spcBef>
              <a:spcAft>
                <a:spcPts val="0"/>
              </a:spcAft>
              <a:buNone/>
            </a:pPr>
            <a:r>
              <a:t/>
            </a:r>
            <a:endParaRPr b="1" sz="1800">
              <a:solidFill>
                <a:srgbClr val="3F3F3F"/>
              </a:solidFill>
              <a:latin typeface="Calibri"/>
              <a:ea typeface="Calibri"/>
              <a:cs typeface="Calibri"/>
              <a:sym typeface="Calibri"/>
            </a:endParaRPr>
          </a:p>
          <a:p>
            <a:pPr indent="0" lvl="0" marL="0" rtl="0" algn="l">
              <a:spcBef>
                <a:spcPts val="0"/>
              </a:spcBef>
              <a:spcAft>
                <a:spcPts val="0"/>
              </a:spcAft>
              <a:buNone/>
            </a:pPr>
            <a:r>
              <a:rPr b="1" lang="en-IN" sz="1800">
                <a:solidFill>
                  <a:srgbClr val="3F3F3F"/>
                </a:solidFill>
                <a:latin typeface="Calibri"/>
                <a:ea typeface="Calibri"/>
                <a:cs typeface="Calibri"/>
                <a:sym typeface="Calibri"/>
              </a:rPr>
              <a:t>Workspace organisation ( Create these folders on Kali )</a:t>
            </a:r>
            <a:endParaRPr b="1" sz="1800">
              <a:solidFill>
                <a:srgbClr val="3F3F3F"/>
              </a:solidFill>
              <a:latin typeface="Calibri"/>
              <a:ea typeface="Calibri"/>
              <a:cs typeface="Calibri"/>
              <a:sym typeface="Calibri"/>
            </a:endParaRPr>
          </a:p>
          <a:p>
            <a:pPr indent="0" lvl="0" marL="0" rtl="0" algn="l">
              <a:spcBef>
                <a:spcPts val="0"/>
              </a:spcBef>
              <a:spcAft>
                <a:spcPts val="0"/>
              </a:spcAft>
              <a:buNone/>
            </a:pPr>
            <a:r>
              <a:t/>
            </a:r>
            <a:endParaRPr b="1" sz="1800">
              <a:solidFill>
                <a:srgbClr val="3F3F3F"/>
              </a:solidFill>
              <a:latin typeface="Calibri"/>
              <a:ea typeface="Calibri"/>
              <a:cs typeface="Calibri"/>
              <a:sym typeface="Calibri"/>
            </a:endParaRPr>
          </a:p>
          <a:p>
            <a:pPr indent="0" lvl="0" marL="0" rtl="0" algn="l">
              <a:spcBef>
                <a:spcPts val="0"/>
              </a:spcBef>
              <a:spcAft>
                <a:spcPts val="0"/>
              </a:spcAft>
              <a:buNone/>
            </a:pPr>
            <a:r>
              <a:t/>
            </a:r>
            <a:endParaRPr sz="1800">
              <a:solidFill>
                <a:srgbClr val="3F3F3F"/>
              </a:solidFill>
              <a:latin typeface="Calibri"/>
              <a:ea typeface="Calibri"/>
              <a:cs typeface="Calibri"/>
              <a:sym typeface="Calibri"/>
            </a:endParaRPr>
          </a:p>
          <a:p>
            <a:pPr indent="0" lvl="0" marL="0" rtl="0" algn="l">
              <a:spcBef>
                <a:spcPts val="0"/>
              </a:spcBef>
              <a:spcAft>
                <a:spcPts val="0"/>
              </a:spcAft>
              <a:buNone/>
            </a:pPr>
            <a:r>
              <a:t/>
            </a:r>
            <a:endParaRPr b="1" sz="1800">
              <a:solidFill>
                <a:srgbClr val="3F3F3F"/>
              </a:solidFill>
              <a:latin typeface="Calibri"/>
              <a:ea typeface="Calibri"/>
              <a:cs typeface="Calibri"/>
              <a:sym typeface="Calibri"/>
            </a:endParaRPr>
          </a:p>
          <a:p>
            <a:pPr indent="0" lvl="0" marL="0" rtl="0" algn="l">
              <a:spcBef>
                <a:spcPts val="0"/>
              </a:spcBef>
              <a:spcAft>
                <a:spcPts val="0"/>
              </a:spcAft>
              <a:buNone/>
            </a:pPr>
            <a:r>
              <a:t/>
            </a:r>
            <a:endParaRPr b="1" sz="1800">
              <a:solidFill>
                <a:srgbClr val="3F3F3F"/>
              </a:solidFill>
              <a:latin typeface="Calibri"/>
              <a:ea typeface="Calibri"/>
              <a:cs typeface="Calibri"/>
              <a:sym typeface="Calibri"/>
            </a:endParaRPr>
          </a:p>
        </p:txBody>
      </p:sp>
      <p:pic>
        <p:nvPicPr>
          <p:cNvPr id="200" name="Google Shape;200;g39484645258_0_19" title="Screenshot 2025-10-14 at 10.31.48 AM.png"/>
          <p:cNvPicPr preferRelativeResize="0"/>
          <p:nvPr/>
        </p:nvPicPr>
        <p:blipFill>
          <a:blip r:embed="rId3">
            <a:alphaModFix/>
          </a:blip>
          <a:stretch>
            <a:fillRect/>
          </a:stretch>
        </p:blipFill>
        <p:spPr>
          <a:xfrm>
            <a:off x="446200" y="5567275"/>
            <a:ext cx="6526400" cy="52262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sp>
        <p:nvSpPr>
          <p:cNvPr id="206" name="Google Shape;206;g39484645258_0_25"/>
          <p:cNvSpPr txBox="1"/>
          <p:nvPr/>
        </p:nvSpPr>
        <p:spPr>
          <a:xfrm>
            <a:off x="337775" y="314175"/>
            <a:ext cx="11005200" cy="1569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IN" sz="1800">
                <a:solidFill>
                  <a:srgbClr val="3F3F3F"/>
                </a:solidFill>
                <a:latin typeface="Meiryo"/>
                <a:ea typeface="Meiryo"/>
                <a:cs typeface="Meiryo"/>
                <a:sym typeface="Meiryo"/>
              </a:rPr>
              <a:t>Phase 1 - Reconnaissance and Mapping ( Day - 1)</a:t>
            </a:r>
            <a:endParaRPr sz="1800">
              <a:solidFill>
                <a:srgbClr val="3F3F3F"/>
              </a:solidFill>
              <a:latin typeface="Meiryo"/>
              <a:ea typeface="Meiryo"/>
              <a:cs typeface="Meiryo"/>
              <a:sym typeface="Meiryo"/>
            </a:endParaRPr>
          </a:p>
          <a:p>
            <a:pPr indent="0" lvl="0" marL="0" rtl="0" algn="l">
              <a:spcBef>
                <a:spcPts val="0"/>
              </a:spcBef>
              <a:spcAft>
                <a:spcPts val="0"/>
              </a:spcAft>
              <a:buNone/>
            </a:pPr>
            <a:r>
              <a:t/>
            </a:r>
            <a:endParaRPr sz="1800">
              <a:solidFill>
                <a:srgbClr val="3F3F3F"/>
              </a:solidFill>
              <a:latin typeface="Meiryo"/>
              <a:ea typeface="Meiryo"/>
              <a:cs typeface="Meiryo"/>
              <a:sym typeface="Meiryo"/>
            </a:endParaRPr>
          </a:p>
          <a:p>
            <a:pPr indent="0" lvl="0" marL="0" rtl="0" algn="l">
              <a:spcBef>
                <a:spcPts val="0"/>
              </a:spcBef>
              <a:spcAft>
                <a:spcPts val="0"/>
              </a:spcAft>
              <a:buNone/>
            </a:pPr>
            <a:r>
              <a:rPr lang="en-IN" sz="1800">
                <a:solidFill>
                  <a:srgbClr val="3F3F3F"/>
                </a:solidFill>
                <a:latin typeface="Meiryo"/>
                <a:ea typeface="Meiryo"/>
                <a:cs typeface="Meiryo"/>
                <a:sym typeface="Meiryo"/>
              </a:rPr>
              <a:t>Goal: Enumerate ports, services, web endpoints and collect a list of parameters to test.</a:t>
            </a:r>
            <a:endParaRPr sz="1800">
              <a:solidFill>
                <a:srgbClr val="3F3F3F"/>
              </a:solidFill>
              <a:latin typeface="Meiryo"/>
              <a:ea typeface="Meiryo"/>
              <a:cs typeface="Meiryo"/>
              <a:sym typeface="Meiryo"/>
            </a:endParaRPr>
          </a:p>
          <a:p>
            <a:pPr indent="0" lvl="0" marL="0" rtl="0" algn="l">
              <a:spcBef>
                <a:spcPts val="0"/>
              </a:spcBef>
              <a:spcAft>
                <a:spcPts val="0"/>
              </a:spcAft>
              <a:buNone/>
            </a:pPr>
            <a:r>
              <a:t/>
            </a:r>
            <a:endParaRPr sz="1800">
              <a:solidFill>
                <a:srgbClr val="3F3F3F"/>
              </a:solidFill>
              <a:latin typeface="Meiryo"/>
              <a:ea typeface="Meiryo"/>
              <a:cs typeface="Meiryo"/>
              <a:sym typeface="Meiryo"/>
            </a:endParaRPr>
          </a:p>
          <a:p>
            <a:pPr indent="0" lvl="0" marL="0" rtl="0" algn="l">
              <a:spcBef>
                <a:spcPts val="0"/>
              </a:spcBef>
              <a:spcAft>
                <a:spcPts val="0"/>
              </a:spcAft>
              <a:buNone/>
            </a:pPr>
            <a:r>
              <a:rPr lang="en-IN" sz="1800">
                <a:solidFill>
                  <a:srgbClr val="3F3F3F"/>
                </a:solidFill>
                <a:latin typeface="Meiryo"/>
                <a:ea typeface="Meiryo"/>
                <a:cs typeface="Meiryo"/>
                <a:sym typeface="Meiryo"/>
              </a:rPr>
              <a:t>Nmap -  </a:t>
            </a:r>
            <a:r>
              <a:rPr lang="en-IN" sz="1800">
                <a:solidFill>
                  <a:srgbClr val="3F3F3F"/>
                </a:solidFill>
                <a:latin typeface="Meiryo"/>
                <a:ea typeface="Meiryo"/>
                <a:cs typeface="Meiryo"/>
                <a:sym typeface="Meiryo"/>
              </a:rPr>
              <a:t>Find open ports and service versions</a:t>
            </a:r>
            <a:endParaRPr sz="1800">
              <a:solidFill>
                <a:srgbClr val="3F3F3F"/>
              </a:solidFill>
              <a:latin typeface="Meiryo"/>
              <a:ea typeface="Meiryo"/>
              <a:cs typeface="Meiryo"/>
              <a:sym typeface="Meiryo"/>
            </a:endParaRPr>
          </a:p>
        </p:txBody>
      </p:sp>
      <p:pic>
        <p:nvPicPr>
          <p:cNvPr id="207" name="Google Shape;207;g39484645258_0_25"/>
          <p:cNvPicPr preferRelativeResize="0"/>
          <p:nvPr/>
        </p:nvPicPr>
        <p:blipFill>
          <a:blip r:embed="rId3">
            <a:alphaModFix/>
          </a:blip>
          <a:stretch>
            <a:fillRect/>
          </a:stretch>
        </p:blipFill>
        <p:spPr>
          <a:xfrm>
            <a:off x="441550" y="2009225"/>
            <a:ext cx="7714550" cy="2081846"/>
          </a:xfrm>
          <a:prstGeom prst="rect">
            <a:avLst/>
          </a:prstGeom>
          <a:noFill/>
          <a:ln>
            <a:noFill/>
          </a:ln>
        </p:spPr>
      </p:pic>
      <p:sp>
        <p:nvSpPr>
          <p:cNvPr id="208" name="Google Shape;208;g39484645258_0_25"/>
          <p:cNvSpPr txBox="1"/>
          <p:nvPr/>
        </p:nvSpPr>
        <p:spPr>
          <a:xfrm>
            <a:off x="8472700" y="2341075"/>
            <a:ext cx="3638400" cy="1293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IN" sz="1800">
                <a:solidFill>
                  <a:srgbClr val="3F3F3F"/>
                </a:solidFill>
                <a:latin typeface="Meiryo"/>
                <a:ea typeface="Meiryo"/>
                <a:cs typeface="Meiryo"/>
                <a:sym typeface="Meiryo"/>
              </a:rPr>
              <a:t>-sS : Stealthy scan/ half SYN scan</a:t>
            </a:r>
            <a:endParaRPr sz="1800">
              <a:solidFill>
                <a:srgbClr val="3F3F3F"/>
              </a:solidFill>
              <a:latin typeface="Meiryo"/>
              <a:ea typeface="Meiryo"/>
              <a:cs typeface="Meiryo"/>
              <a:sym typeface="Meiryo"/>
            </a:endParaRPr>
          </a:p>
          <a:p>
            <a:pPr indent="0" lvl="0" marL="0" rtl="0" algn="l">
              <a:spcBef>
                <a:spcPts val="0"/>
              </a:spcBef>
              <a:spcAft>
                <a:spcPts val="0"/>
              </a:spcAft>
              <a:buNone/>
            </a:pPr>
            <a:r>
              <a:rPr lang="en-IN" sz="1800">
                <a:solidFill>
                  <a:srgbClr val="3F3F3F"/>
                </a:solidFill>
                <a:latin typeface="Meiryo"/>
                <a:ea typeface="Meiryo"/>
                <a:cs typeface="Meiryo"/>
                <a:sym typeface="Meiryo"/>
              </a:rPr>
              <a:t>-p- : scan all 65535 ports</a:t>
            </a:r>
            <a:endParaRPr sz="1800">
              <a:solidFill>
                <a:srgbClr val="3F3F3F"/>
              </a:solidFill>
              <a:latin typeface="Meiryo"/>
              <a:ea typeface="Meiryo"/>
              <a:cs typeface="Meiryo"/>
              <a:sym typeface="Meiryo"/>
            </a:endParaRPr>
          </a:p>
          <a:p>
            <a:pPr indent="0" lvl="0" marL="0" rtl="0" algn="l">
              <a:spcBef>
                <a:spcPts val="0"/>
              </a:spcBef>
              <a:spcAft>
                <a:spcPts val="0"/>
              </a:spcAft>
              <a:buNone/>
            </a:pPr>
            <a:r>
              <a:rPr lang="en-IN" sz="1800">
                <a:solidFill>
                  <a:srgbClr val="3F3F3F"/>
                </a:solidFill>
                <a:latin typeface="Meiryo"/>
                <a:ea typeface="Meiryo"/>
                <a:cs typeface="Meiryo"/>
                <a:sym typeface="Meiryo"/>
              </a:rPr>
              <a:t>-T4 : Faster Timing</a:t>
            </a:r>
            <a:endParaRPr sz="1800">
              <a:solidFill>
                <a:srgbClr val="3F3F3F"/>
              </a:solidFill>
              <a:latin typeface="Meiryo"/>
              <a:ea typeface="Meiryo"/>
              <a:cs typeface="Meiryo"/>
              <a:sym typeface="Meiryo"/>
            </a:endParaRPr>
          </a:p>
          <a:p>
            <a:pPr indent="0" lvl="0" marL="0" rtl="0" algn="l">
              <a:spcBef>
                <a:spcPts val="0"/>
              </a:spcBef>
              <a:spcAft>
                <a:spcPts val="0"/>
              </a:spcAft>
              <a:buNone/>
            </a:pPr>
            <a:r>
              <a:rPr lang="en-IN" sz="1800">
                <a:solidFill>
                  <a:srgbClr val="3F3F3F"/>
                </a:solidFill>
                <a:latin typeface="Meiryo"/>
                <a:ea typeface="Meiryo"/>
                <a:cs typeface="Meiryo"/>
                <a:sym typeface="Meiryo"/>
              </a:rPr>
              <a:t>-oN : save result</a:t>
            </a:r>
            <a:endParaRPr sz="1800">
              <a:solidFill>
                <a:srgbClr val="3F3F3F"/>
              </a:solidFill>
              <a:latin typeface="Meiryo"/>
              <a:ea typeface="Meiryo"/>
              <a:cs typeface="Meiryo"/>
              <a:sym typeface="Meiryo"/>
            </a:endParaRPr>
          </a:p>
        </p:txBody>
      </p:sp>
      <p:sp>
        <p:nvSpPr>
          <p:cNvPr id="209" name="Google Shape;209;g39484645258_0_25"/>
          <p:cNvSpPr txBox="1"/>
          <p:nvPr/>
        </p:nvSpPr>
        <p:spPr>
          <a:xfrm>
            <a:off x="388625" y="4153863"/>
            <a:ext cx="98577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IN" sz="1800">
                <a:solidFill>
                  <a:srgbClr val="3F3F3F"/>
                </a:solidFill>
                <a:latin typeface="Meiryo"/>
                <a:ea typeface="Meiryo"/>
                <a:cs typeface="Meiryo"/>
                <a:sym typeface="Meiryo"/>
              </a:rPr>
              <a:t>Then run a service/ version scan on web ports you discovered</a:t>
            </a:r>
            <a:endParaRPr sz="1800">
              <a:solidFill>
                <a:srgbClr val="3F3F3F"/>
              </a:solidFill>
              <a:latin typeface="Meiryo"/>
              <a:ea typeface="Meiryo"/>
              <a:cs typeface="Meiryo"/>
              <a:sym typeface="Meiryo"/>
            </a:endParaRPr>
          </a:p>
        </p:txBody>
      </p:sp>
      <p:pic>
        <p:nvPicPr>
          <p:cNvPr id="210" name="Google Shape;210;g39484645258_0_25"/>
          <p:cNvPicPr preferRelativeResize="0"/>
          <p:nvPr/>
        </p:nvPicPr>
        <p:blipFill>
          <a:blip r:embed="rId4">
            <a:alphaModFix/>
          </a:blip>
          <a:stretch>
            <a:fillRect/>
          </a:stretch>
        </p:blipFill>
        <p:spPr>
          <a:xfrm>
            <a:off x="491250" y="4615575"/>
            <a:ext cx="7615150" cy="2141750"/>
          </a:xfrm>
          <a:prstGeom prst="rect">
            <a:avLst/>
          </a:prstGeom>
          <a:noFill/>
          <a:ln>
            <a:noFill/>
          </a:ln>
        </p:spPr>
      </p:pic>
      <p:sp>
        <p:nvSpPr>
          <p:cNvPr id="211" name="Google Shape;211;g39484645258_0_25"/>
          <p:cNvSpPr txBox="1"/>
          <p:nvPr/>
        </p:nvSpPr>
        <p:spPr>
          <a:xfrm>
            <a:off x="8659550" y="4759675"/>
            <a:ext cx="35385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800">
              <a:solidFill>
                <a:srgbClr val="3F3F3F"/>
              </a:solidFill>
              <a:latin typeface="Meiryo"/>
              <a:ea typeface="Meiryo"/>
              <a:cs typeface="Meiryo"/>
              <a:sym typeface="Meiryo"/>
            </a:endParaRPr>
          </a:p>
        </p:txBody>
      </p:sp>
      <p:sp>
        <p:nvSpPr>
          <p:cNvPr id="212" name="Google Shape;212;g39484645258_0_25"/>
          <p:cNvSpPr txBox="1"/>
          <p:nvPr/>
        </p:nvSpPr>
        <p:spPr>
          <a:xfrm>
            <a:off x="8659550" y="4678350"/>
            <a:ext cx="35385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IN" sz="1800">
                <a:solidFill>
                  <a:srgbClr val="3F3F3F"/>
                </a:solidFill>
                <a:latin typeface="Meiryo"/>
                <a:ea typeface="Meiryo"/>
                <a:cs typeface="Meiryo"/>
                <a:sym typeface="Meiryo"/>
              </a:rPr>
              <a:t>-sV : Service/ Version detection</a:t>
            </a:r>
            <a:endParaRPr sz="1800">
              <a:solidFill>
                <a:srgbClr val="3F3F3F"/>
              </a:solidFill>
              <a:latin typeface="Meiryo"/>
              <a:ea typeface="Meiryo"/>
              <a:cs typeface="Meiryo"/>
              <a:sym typeface="Meiryo"/>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g39484645258_0_38"/>
          <p:cNvSpPr txBox="1"/>
          <p:nvPr/>
        </p:nvSpPr>
        <p:spPr>
          <a:xfrm>
            <a:off x="437175" y="368400"/>
            <a:ext cx="109512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IN" sz="1800">
                <a:solidFill>
                  <a:srgbClr val="3F3F3F"/>
                </a:solidFill>
                <a:latin typeface="Meiryo"/>
                <a:ea typeface="Meiryo"/>
                <a:cs typeface="Meiryo"/>
                <a:sym typeface="Meiryo"/>
              </a:rPr>
              <a:t>First, launch DVWA and change the security setting to 'Low'. Next, open Burp Suite, disable Intercept, and examine the HTTP history; Burp will capture and store all requests and responses while intercept is disabled</a:t>
            </a:r>
            <a:endParaRPr sz="1800">
              <a:solidFill>
                <a:srgbClr val="3F3F3F"/>
              </a:solidFill>
              <a:latin typeface="Meiryo"/>
              <a:ea typeface="Meiryo"/>
              <a:cs typeface="Meiryo"/>
              <a:sym typeface="Meiryo"/>
            </a:endParaRPr>
          </a:p>
        </p:txBody>
      </p:sp>
      <p:pic>
        <p:nvPicPr>
          <p:cNvPr id="219" name="Google Shape;219;g39484645258_0_38" title="Screenshot 2025-10-14 at 10.47.42 AM.png"/>
          <p:cNvPicPr preferRelativeResize="0"/>
          <p:nvPr/>
        </p:nvPicPr>
        <p:blipFill>
          <a:blip r:embed="rId3">
            <a:alphaModFix/>
          </a:blip>
          <a:stretch>
            <a:fillRect/>
          </a:stretch>
        </p:blipFill>
        <p:spPr>
          <a:xfrm>
            <a:off x="152426" y="1259700"/>
            <a:ext cx="11887176" cy="3250400"/>
          </a:xfrm>
          <a:prstGeom prst="rect">
            <a:avLst/>
          </a:prstGeom>
          <a:noFill/>
          <a:ln>
            <a:noFill/>
          </a:ln>
        </p:spPr>
      </p:pic>
      <p:sp>
        <p:nvSpPr>
          <p:cNvPr id="220" name="Google Shape;220;g39484645258_0_38"/>
          <p:cNvSpPr txBox="1"/>
          <p:nvPr/>
        </p:nvSpPr>
        <p:spPr>
          <a:xfrm>
            <a:off x="437175" y="4563100"/>
            <a:ext cx="7204800" cy="461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IN" sz="1800">
                <a:solidFill>
                  <a:schemeClr val="dk1"/>
                </a:solidFill>
                <a:latin typeface="Times New Roman"/>
                <a:ea typeface="Times New Roman"/>
                <a:cs typeface="Times New Roman"/>
                <a:sym typeface="Times New Roman"/>
              </a:rPr>
              <a:t>After submitting a few forms in dvwa</a:t>
            </a:r>
            <a:endParaRPr sz="1800">
              <a:solidFill>
                <a:schemeClr val="dk1"/>
              </a:solidFill>
              <a:latin typeface="Times New Roman"/>
              <a:ea typeface="Times New Roman"/>
              <a:cs typeface="Times New Roman"/>
              <a:sym typeface="Times New Roman"/>
            </a:endParaRPr>
          </a:p>
        </p:txBody>
      </p:sp>
      <p:pic>
        <p:nvPicPr>
          <p:cNvPr id="221" name="Google Shape;221;g39484645258_0_38" title="Screenshot 2025-10-14 at 10.49.39 AM.png"/>
          <p:cNvPicPr preferRelativeResize="0"/>
          <p:nvPr/>
        </p:nvPicPr>
        <p:blipFill>
          <a:blip r:embed="rId4">
            <a:alphaModFix/>
          </a:blip>
          <a:stretch>
            <a:fillRect/>
          </a:stretch>
        </p:blipFill>
        <p:spPr>
          <a:xfrm>
            <a:off x="152400" y="5321750"/>
            <a:ext cx="11887201" cy="57462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6" name="Shape 226"/>
        <p:cNvGrpSpPr/>
        <p:nvPr/>
      </p:nvGrpSpPr>
      <p:grpSpPr>
        <a:xfrm>
          <a:off x="0" y="0"/>
          <a:ext cx="0" cy="0"/>
          <a:chOff x="0" y="0"/>
          <a:chExt cx="0" cy="0"/>
        </a:xfrm>
      </p:grpSpPr>
      <p:pic>
        <p:nvPicPr>
          <p:cNvPr id="227" name="Google Shape;227;g39484645258_0_54" title="Screenshot 2025-10-14 at 10.52.12 AM.png"/>
          <p:cNvPicPr preferRelativeResize="0"/>
          <p:nvPr/>
        </p:nvPicPr>
        <p:blipFill>
          <a:blip r:embed="rId3">
            <a:alphaModFix/>
          </a:blip>
          <a:stretch>
            <a:fillRect/>
          </a:stretch>
        </p:blipFill>
        <p:spPr>
          <a:xfrm>
            <a:off x="1026350" y="820175"/>
            <a:ext cx="9670948" cy="5921576"/>
          </a:xfrm>
          <a:prstGeom prst="rect">
            <a:avLst/>
          </a:prstGeom>
          <a:noFill/>
          <a:ln>
            <a:noFill/>
          </a:ln>
        </p:spPr>
      </p:pic>
      <p:sp>
        <p:nvSpPr>
          <p:cNvPr id="228" name="Google Shape;228;g39484645258_0_54"/>
          <p:cNvSpPr txBox="1"/>
          <p:nvPr/>
        </p:nvSpPr>
        <p:spPr>
          <a:xfrm>
            <a:off x="1026350" y="0"/>
            <a:ext cx="9670800" cy="692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IN" sz="1100">
                <a:solidFill>
                  <a:schemeClr val="dk1"/>
                </a:solidFill>
              </a:rPr>
              <a:t>For each page, record the </a:t>
            </a:r>
            <a:r>
              <a:rPr b="1" lang="en-IN" sz="1100">
                <a:solidFill>
                  <a:schemeClr val="dk1"/>
                </a:solidFill>
              </a:rPr>
              <a:t>URL</a:t>
            </a:r>
            <a:r>
              <a:rPr lang="en-IN" sz="1100">
                <a:solidFill>
                  <a:schemeClr val="dk1"/>
                </a:solidFill>
              </a:rPr>
              <a:t>, </a:t>
            </a:r>
            <a:r>
              <a:rPr b="1" lang="en-IN" sz="1100">
                <a:solidFill>
                  <a:schemeClr val="dk1"/>
                </a:solidFill>
              </a:rPr>
              <a:t>HTTP method</a:t>
            </a:r>
            <a:r>
              <a:rPr lang="en-IN" sz="1100">
                <a:solidFill>
                  <a:schemeClr val="dk1"/>
                </a:solidFill>
              </a:rPr>
              <a:t>, and any </a:t>
            </a:r>
            <a:r>
              <a:rPr b="1" lang="en-IN" sz="1100">
                <a:solidFill>
                  <a:schemeClr val="dk1"/>
                </a:solidFill>
              </a:rPr>
              <a:t>parameters</a:t>
            </a:r>
            <a:r>
              <a:rPr lang="en-IN" sz="1100">
                <a:solidFill>
                  <a:schemeClr val="dk1"/>
                </a:solidFill>
              </a:rPr>
              <a:t>. Click through every page of the DVWA site, including each vulnerability module. For example, open the </a:t>
            </a:r>
            <a:r>
              <a:rPr b="1" lang="en-IN" sz="1100">
                <a:solidFill>
                  <a:schemeClr val="dk1"/>
                </a:solidFill>
              </a:rPr>
              <a:t>SQL Injection</a:t>
            </a:r>
            <a:r>
              <a:rPr lang="en-IN" sz="1100">
                <a:solidFill>
                  <a:schemeClr val="dk1"/>
                </a:solidFill>
              </a:rPr>
              <a:t> module. Then in Burp Suite go to </a:t>
            </a:r>
            <a:r>
              <a:rPr b="1" lang="en-IN" sz="1100">
                <a:solidFill>
                  <a:schemeClr val="dk1"/>
                </a:solidFill>
              </a:rPr>
              <a:t>Proxy → HTTP history</a:t>
            </a:r>
            <a:r>
              <a:rPr lang="en-IN" sz="1100">
                <a:solidFill>
                  <a:schemeClr val="dk1"/>
                </a:solidFill>
              </a:rPr>
              <a:t>, find the request to </a:t>
            </a:r>
            <a:r>
              <a:rPr b="1" lang="en-IN" sz="1100">
                <a:solidFill>
                  <a:schemeClr val="dk1"/>
                </a:solidFill>
              </a:rPr>
              <a:t>Vulnerabilities → SQLi</a:t>
            </a:r>
            <a:r>
              <a:rPr lang="en-IN" sz="1100">
                <a:solidFill>
                  <a:schemeClr val="dk1"/>
                </a:solidFill>
              </a:rPr>
              <a:t>, select it, and inspect the </a:t>
            </a:r>
            <a:r>
              <a:rPr b="1" lang="en-IN" sz="1100">
                <a:solidFill>
                  <a:schemeClr val="dk1"/>
                </a:solidFill>
              </a:rPr>
              <a:t>Request</a:t>
            </a:r>
            <a:r>
              <a:rPr lang="en-IN" sz="1100">
                <a:solidFill>
                  <a:schemeClr val="dk1"/>
                </a:solidFill>
              </a:rPr>
              <a:t> panel to view the raw HTTP request.</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3" name="Shape 233"/>
        <p:cNvGrpSpPr/>
        <p:nvPr/>
      </p:nvGrpSpPr>
      <p:grpSpPr>
        <a:xfrm>
          <a:off x="0" y="0"/>
          <a:ext cx="0" cy="0"/>
          <a:chOff x="0" y="0"/>
          <a:chExt cx="0" cy="0"/>
        </a:xfrm>
      </p:grpSpPr>
      <p:sp>
        <p:nvSpPr>
          <p:cNvPr id="234" name="Google Shape;234;g38bafc61219_1_18"/>
          <p:cNvSpPr txBox="1"/>
          <p:nvPr/>
        </p:nvSpPr>
        <p:spPr>
          <a:xfrm>
            <a:off x="166100" y="160575"/>
            <a:ext cx="52044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IN" sz="1800">
                <a:solidFill>
                  <a:srgbClr val="3F3F3F"/>
                </a:solidFill>
                <a:latin typeface="Meiryo"/>
                <a:ea typeface="Meiryo"/>
                <a:cs typeface="Meiryo"/>
                <a:sym typeface="Meiryo"/>
              </a:rPr>
              <a:t>ATTACK - 1 :  SQL INJECTION ATTACK</a:t>
            </a:r>
            <a:endParaRPr sz="1800">
              <a:solidFill>
                <a:srgbClr val="3F3F3F"/>
              </a:solidFill>
              <a:latin typeface="Meiryo"/>
              <a:ea typeface="Meiryo"/>
              <a:cs typeface="Meiryo"/>
              <a:sym typeface="Meiryo"/>
            </a:endParaRPr>
          </a:p>
        </p:txBody>
      </p:sp>
      <p:sp>
        <p:nvSpPr>
          <p:cNvPr id="235" name="Google Shape;235;g38bafc61219_1_18"/>
          <p:cNvSpPr txBox="1"/>
          <p:nvPr/>
        </p:nvSpPr>
        <p:spPr>
          <a:xfrm>
            <a:off x="283550" y="847275"/>
            <a:ext cx="12053400" cy="6026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IN" sz="1800">
                <a:solidFill>
                  <a:srgbClr val="3F3F3F"/>
                </a:solidFill>
                <a:latin typeface="Meiryo"/>
                <a:ea typeface="Meiryo"/>
                <a:cs typeface="Meiryo"/>
                <a:sym typeface="Meiryo"/>
              </a:rPr>
              <a:t>It is a web vulnerability that happens when user input is directly included in a SQL query without being properly sanitized.</a:t>
            </a:r>
            <a:endParaRPr sz="1800">
              <a:solidFill>
                <a:srgbClr val="3F3F3F"/>
              </a:solidFill>
              <a:latin typeface="Meiryo"/>
              <a:ea typeface="Meiryo"/>
              <a:cs typeface="Meiryo"/>
              <a:sym typeface="Meiryo"/>
            </a:endParaRPr>
          </a:p>
          <a:p>
            <a:pPr indent="0" lvl="0" marL="0" rtl="0" algn="l">
              <a:spcBef>
                <a:spcPts val="0"/>
              </a:spcBef>
              <a:spcAft>
                <a:spcPts val="0"/>
              </a:spcAft>
              <a:buNone/>
            </a:pPr>
            <a:r>
              <a:t/>
            </a:r>
            <a:endParaRPr sz="1800">
              <a:solidFill>
                <a:srgbClr val="3F3F3F"/>
              </a:solidFill>
              <a:latin typeface="Meiryo"/>
              <a:ea typeface="Meiryo"/>
              <a:cs typeface="Meiryo"/>
              <a:sym typeface="Meiryo"/>
            </a:endParaRPr>
          </a:p>
          <a:p>
            <a:pPr indent="0" lvl="0" marL="0" rtl="0" algn="l">
              <a:spcBef>
                <a:spcPts val="0"/>
              </a:spcBef>
              <a:spcAft>
                <a:spcPts val="0"/>
              </a:spcAft>
              <a:buNone/>
            </a:pPr>
            <a:r>
              <a:rPr lang="en-IN" sz="1800">
                <a:solidFill>
                  <a:srgbClr val="3F3F3F"/>
                </a:solidFill>
                <a:latin typeface="Meiryo"/>
                <a:ea typeface="Meiryo"/>
                <a:cs typeface="Meiryo"/>
                <a:sym typeface="Meiryo"/>
              </a:rPr>
              <a:t>Suppose a login form runs : SELECT * FROM users WHERE username = ‘user’ AND password = ‘pass’</a:t>
            </a:r>
            <a:endParaRPr sz="1800">
              <a:solidFill>
                <a:srgbClr val="3F3F3F"/>
              </a:solidFill>
              <a:latin typeface="Meiryo"/>
              <a:ea typeface="Meiryo"/>
              <a:cs typeface="Meiryo"/>
              <a:sym typeface="Meiryo"/>
            </a:endParaRPr>
          </a:p>
          <a:p>
            <a:pPr indent="0" lvl="0" marL="0" rtl="0" algn="l">
              <a:spcBef>
                <a:spcPts val="0"/>
              </a:spcBef>
              <a:spcAft>
                <a:spcPts val="0"/>
              </a:spcAft>
              <a:buNone/>
            </a:pPr>
            <a:r>
              <a:t/>
            </a:r>
            <a:endParaRPr sz="1800">
              <a:solidFill>
                <a:srgbClr val="3F3F3F"/>
              </a:solidFill>
              <a:latin typeface="Meiryo"/>
              <a:ea typeface="Meiryo"/>
              <a:cs typeface="Meiryo"/>
              <a:sym typeface="Meiryo"/>
            </a:endParaRPr>
          </a:p>
          <a:p>
            <a:pPr indent="0" lvl="0" marL="0" rtl="0" algn="l">
              <a:spcBef>
                <a:spcPts val="0"/>
              </a:spcBef>
              <a:spcAft>
                <a:spcPts val="0"/>
              </a:spcAft>
              <a:buNone/>
            </a:pPr>
            <a:r>
              <a:rPr lang="en-IN" sz="1800">
                <a:solidFill>
                  <a:srgbClr val="3F3F3F"/>
                </a:solidFill>
                <a:latin typeface="Meiryo"/>
                <a:ea typeface="Meiryo"/>
                <a:cs typeface="Meiryo"/>
                <a:sym typeface="Meiryo"/>
              </a:rPr>
              <a:t>If you enter </a:t>
            </a:r>
            <a:r>
              <a:rPr lang="en-IN" sz="1800">
                <a:solidFill>
                  <a:srgbClr val="990000"/>
                </a:solidFill>
              </a:rPr>
              <a:t>‘</a:t>
            </a:r>
            <a:r>
              <a:rPr lang="en-IN" sz="1800">
                <a:solidFill>
                  <a:srgbClr val="990000"/>
                </a:solidFill>
                <a:latin typeface="Meiryo"/>
                <a:ea typeface="Meiryo"/>
                <a:cs typeface="Meiryo"/>
                <a:sym typeface="Meiryo"/>
              </a:rPr>
              <a:t> or </a:t>
            </a:r>
            <a:r>
              <a:rPr lang="en-IN" sz="1800">
                <a:solidFill>
                  <a:srgbClr val="990000"/>
                </a:solidFill>
              </a:rPr>
              <a:t>‘</a:t>
            </a:r>
            <a:r>
              <a:rPr lang="en-IN" sz="1800">
                <a:solidFill>
                  <a:srgbClr val="990000"/>
                </a:solidFill>
                <a:latin typeface="Meiryo"/>
                <a:ea typeface="Meiryo"/>
                <a:cs typeface="Meiryo"/>
                <a:sym typeface="Meiryo"/>
              </a:rPr>
              <a:t>1</a:t>
            </a:r>
            <a:r>
              <a:rPr lang="en-IN" sz="1800">
                <a:solidFill>
                  <a:srgbClr val="990000"/>
                </a:solidFill>
              </a:rPr>
              <a:t>’</a:t>
            </a:r>
            <a:r>
              <a:rPr lang="en-IN" sz="1800">
                <a:solidFill>
                  <a:srgbClr val="990000"/>
                </a:solidFill>
                <a:latin typeface="Meiryo"/>
                <a:ea typeface="Meiryo"/>
                <a:cs typeface="Meiryo"/>
                <a:sym typeface="Meiryo"/>
              </a:rPr>
              <a:t> = </a:t>
            </a:r>
            <a:r>
              <a:rPr lang="en-IN" sz="1800">
                <a:solidFill>
                  <a:srgbClr val="990000"/>
                </a:solidFill>
              </a:rPr>
              <a:t>‘</a:t>
            </a:r>
            <a:r>
              <a:rPr lang="en-IN" sz="1800">
                <a:solidFill>
                  <a:srgbClr val="990000"/>
                </a:solidFill>
                <a:latin typeface="Meiryo"/>
                <a:ea typeface="Meiryo"/>
                <a:cs typeface="Meiryo"/>
                <a:sym typeface="Meiryo"/>
              </a:rPr>
              <a:t>1 </a:t>
            </a:r>
            <a:r>
              <a:rPr lang="en-IN" sz="1800">
                <a:solidFill>
                  <a:srgbClr val="3F3F3F"/>
                </a:solidFill>
                <a:latin typeface="Meiryo"/>
                <a:ea typeface="Meiryo"/>
                <a:cs typeface="Meiryo"/>
                <a:sym typeface="Meiryo"/>
              </a:rPr>
              <a:t>then the query become </a:t>
            </a:r>
            <a:r>
              <a:rPr lang="en-IN" sz="1800">
                <a:solidFill>
                  <a:srgbClr val="3F3F3F"/>
                </a:solidFill>
                <a:latin typeface="Meiryo"/>
                <a:ea typeface="Meiryo"/>
                <a:cs typeface="Meiryo"/>
                <a:sym typeface="Meiryo"/>
              </a:rPr>
              <a:t>SELECT * FROM users WHERE username = </a:t>
            </a:r>
            <a:r>
              <a:rPr lang="en-IN" sz="1800">
                <a:solidFill>
                  <a:srgbClr val="990000"/>
                </a:solidFill>
              </a:rPr>
              <a:t>‘ ‘</a:t>
            </a:r>
            <a:r>
              <a:rPr lang="en-IN" sz="1800">
                <a:solidFill>
                  <a:srgbClr val="990000"/>
                </a:solidFill>
                <a:latin typeface="Meiryo"/>
                <a:ea typeface="Meiryo"/>
                <a:cs typeface="Meiryo"/>
                <a:sym typeface="Meiryo"/>
              </a:rPr>
              <a:t> or </a:t>
            </a:r>
            <a:r>
              <a:rPr lang="en-IN" sz="1800">
                <a:solidFill>
                  <a:srgbClr val="990000"/>
                </a:solidFill>
              </a:rPr>
              <a:t>‘</a:t>
            </a:r>
            <a:r>
              <a:rPr lang="en-IN" sz="1800">
                <a:solidFill>
                  <a:srgbClr val="990000"/>
                </a:solidFill>
                <a:latin typeface="Meiryo"/>
                <a:ea typeface="Meiryo"/>
                <a:cs typeface="Meiryo"/>
                <a:sym typeface="Meiryo"/>
              </a:rPr>
              <a:t>1</a:t>
            </a:r>
            <a:r>
              <a:rPr lang="en-IN" sz="1800">
                <a:solidFill>
                  <a:srgbClr val="990000"/>
                </a:solidFill>
              </a:rPr>
              <a:t>’</a:t>
            </a:r>
            <a:r>
              <a:rPr lang="en-IN" sz="1800">
                <a:solidFill>
                  <a:srgbClr val="990000"/>
                </a:solidFill>
                <a:latin typeface="Meiryo"/>
                <a:ea typeface="Meiryo"/>
                <a:cs typeface="Meiryo"/>
                <a:sym typeface="Meiryo"/>
              </a:rPr>
              <a:t> = </a:t>
            </a:r>
            <a:r>
              <a:rPr lang="en-IN" sz="1800">
                <a:solidFill>
                  <a:srgbClr val="990000"/>
                </a:solidFill>
              </a:rPr>
              <a:t>‘</a:t>
            </a:r>
            <a:r>
              <a:rPr lang="en-IN" sz="1800">
                <a:solidFill>
                  <a:srgbClr val="990000"/>
                </a:solidFill>
                <a:latin typeface="Meiryo"/>
                <a:ea typeface="Meiryo"/>
                <a:cs typeface="Meiryo"/>
                <a:sym typeface="Meiryo"/>
              </a:rPr>
              <a:t>1’ </a:t>
            </a:r>
            <a:r>
              <a:rPr lang="en-IN" sz="1800">
                <a:solidFill>
                  <a:srgbClr val="3F3F3F"/>
                </a:solidFill>
                <a:latin typeface="Meiryo"/>
                <a:ea typeface="Meiryo"/>
                <a:cs typeface="Meiryo"/>
                <a:sym typeface="Meiryo"/>
              </a:rPr>
              <a:t>AND password = ‘’</a:t>
            </a:r>
            <a:endParaRPr sz="1800">
              <a:solidFill>
                <a:srgbClr val="3F3F3F"/>
              </a:solidFill>
              <a:latin typeface="Meiryo"/>
              <a:ea typeface="Meiryo"/>
              <a:cs typeface="Meiryo"/>
              <a:sym typeface="Meiryo"/>
            </a:endParaRPr>
          </a:p>
          <a:p>
            <a:pPr indent="0" lvl="0" marL="0" rtl="0" algn="l">
              <a:spcBef>
                <a:spcPts val="0"/>
              </a:spcBef>
              <a:spcAft>
                <a:spcPts val="0"/>
              </a:spcAft>
              <a:buNone/>
            </a:pPr>
            <a:r>
              <a:t/>
            </a:r>
            <a:endParaRPr sz="1800">
              <a:solidFill>
                <a:srgbClr val="3F3F3F"/>
              </a:solidFill>
              <a:latin typeface="Meiryo"/>
              <a:ea typeface="Meiryo"/>
              <a:cs typeface="Meiryo"/>
              <a:sym typeface="Meiryo"/>
            </a:endParaRPr>
          </a:p>
          <a:p>
            <a:pPr indent="0" lvl="0" marL="0" rtl="0" algn="l">
              <a:spcBef>
                <a:spcPts val="0"/>
              </a:spcBef>
              <a:spcAft>
                <a:spcPts val="0"/>
              </a:spcAft>
              <a:buNone/>
            </a:pPr>
            <a:r>
              <a:rPr lang="en-IN" sz="1800">
                <a:solidFill>
                  <a:srgbClr val="3F3F3F"/>
                </a:solidFill>
                <a:latin typeface="Meiryo"/>
                <a:ea typeface="Meiryo"/>
                <a:cs typeface="Meiryo"/>
                <a:sym typeface="Meiryo"/>
              </a:rPr>
              <a:t>‘1’ =’1’ is always true so the query returns all users -&gt; login bypass.</a:t>
            </a:r>
            <a:endParaRPr sz="1800">
              <a:solidFill>
                <a:srgbClr val="3F3F3F"/>
              </a:solidFill>
              <a:latin typeface="Meiryo"/>
              <a:ea typeface="Meiryo"/>
              <a:cs typeface="Meiryo"/>
              <a:sym typeface="Meiryo"/>
            </a:endParaRPr>
          </a:p>
          <a:p>
            <a:pPr indent="0" lvl="0" marL="0" rtl="0" algn="l">
              <a:spcBef>
                <a:spcPts val="0"/>
              </a:spcBef>
              <a:spcAft>
                <a:spcPts val="0"/>
              </a:spcAft>
              <a:buNone/>
            </a:pPr>
            <a:r>
              <a:t/>
            </a:r>
            <a:endParaRPr sz="1800">
              <a:solidFill>
                <a:srgbClr val="3F3F3F"/>
              </a:solidFill>
              <a:latin typeface="Meiryo"/>
              <a:ea typeface="Meiryo"/>
              <a:cs typeface="Meiryo"/>
              <a:sym typeface="Meiryo"/>
            </a:endParaRPr>
          </a:p>
          <a:p>
            <a:pPr indent="0" lvl="0" marL="0" rtl="0" algn="l">
              <a:spcBef>
                <a:spcPts val="0"/>
              </a:spcBef>
              <a:spcAft>
                <a:spcPts val="0"/>
              </a:spcAft>
              <a:buNone/>
            </a:pPr>
            <a:r>
              <a:rPr lang="en-IN" sz="1800">
                <a:solidFill>
                  <a:srgbClr val="3F3F3F"/>
                </a:solidFill>
                <a:latin typeface="Meiryo"/>
                <a:ea typeface="Meiryo"/>
                <a:cs typeface="Meiryo"/>
                <a:sym typeface="Meiryo"/>
              </a:rPr>
              <a:t>Types of SQL injection:</a:t>
            </a:r>
            <a:endParaRPr sz="1800">
              <a:solidFill>
                <a:srgbClr val="3F3F3F"/>
              </a:solidFill>
              <a:latin typeface="Meiryo"/>
              <a:ea typeface="Meiryo"/>
              <a:cs typeface="Meiryo"/>
              <a:sym typeface="Meiryo"/>
            </a:endParaRPr>
          </a:p>
          <a:p>
            <a:pPr indent="0" lvl="0" marL="0" rtl="0" algn="l">
              <a:spcBef>
                <a:spcPts val="0"/>
              </a:spcBef>
              <a:spcAft>
                <a:spcPts val="0"/>
              </a:spcAft>
              <a:buNone/>
            </a:pPr>
            <a:r>
              <a:t/>
            </a:r>
            <a:endParaRPr sz="1800">
              <a:solidFill>
                <a:srgbClr val="3F3F3F"/>
              </a:solidFill>
              <a:latin typeface="Meiryo"/>
              <a:ea typeface="Meiryo"/>
              <a:cs typeface="Meiryo"/>
              <a:sym typeface="Meiryo"/>
            </a:endParaRPr>
          </a:p>
          <a:p>
            <a:pPr indent="-342900" lvl="0" marL="457200" rtl="0" algn="l">
              <a:spcBef>
                <a:spcPts val="0"/>
              </a:spcBef>
              <a:spcAft>
                <a:spcPts val="0"/>
              </a:spcAft>
              <a:buClr>
                <a:schemeClr val="dk1"/>
              </a:buClr>
              <a:buSzPts val="1800"/>
              <a:buFont typeface="Times New Roman"/>
              <a:buAutoNum type="arabicPeriod"/>
            </a:pPr>
            <a:r>
              <a:rPr b="1" lang="en-IN" sz="1800">
                <a:solidFill>
                  <a:schemeClr val="dk1"/>
                </a:solidFill>
                <a:latin typeface="Times New Roman"/>
                <a:ea typeface="Times New Roman"/>
                <a:cs typeface="Times New Roman"/>
                <a:sym typeface="Times New Roman"/>
              </a:rPr>
              <a:t>In‑band SQLi</a:t>
            </a:r>
            <a:r>
              <a:rPr lang="en-IN" sz="1800">
                <a:solidFill>
                  <a:schemeClr val="dk1"/>
                </a:solidFill>
                <a:latin typeface="Times New Roman"/>
                <a:ea typeface="Times New Roman"/>
                <a:cs typeface="Times New Roman"/>
                <a:sym typeface="Times New Roman"/>
              </a:rPr>
              <a:t> — the application returns data or errors directly in the response. (Easier and faster.)</a:t>
            </a:r>
            <a:endParaRPr sz="1800">
              <a:solidFill>
                <a:schemeClr val="dk1"/>
              </a:solidFill>
              <a:latin typeface="Times New Roman"/>
              <a:ea typeface="Times New Roman"/>
              <a:cs typeface="Times New Roman"/>
              <a:sym typeface="Times New Roman"/>
            </a:endParaRPr>
          </a:p>
          <a:p>
            <a:pPr indent="457200" lvl="0" marL="0" rtl="0" algn="l">
              <a:lnSpc>
                <a:spcPct val="115000"/>
              </a:lnSpc>
              <a:spcBef>
                <a:spcPts val="1200"/>
              </a:spcBef>
              <a:spcAft>
                <a:spcPts val="0"/>
              </a:spcAft>
              <a:buNone/>
            </a:pPr>
            <a:r>
              <a:rPr lang="en-IN" sz="1800">
                <a:solidFill>
                  <a:schemeClr val="dk1"/>
                </a:solidFill>
                <a:latin typeface="Times New Roman"/>
                <a:ea typeface="Times New Roman"/>
                <a:cs typeface="Times New Roman"/>
                <a:sym typeface="Times New Roman"/>
              </a:rPr>
              <a:t>Union‑based</a:t>
            </a:r>
            <a:endParaRPr sz="1800">
              <a:solidFill>
                <a:schemeClr val="dk1"/>
              </a:solidFill>
              <a:latin typeface="Times New Roman"/>
              <a:ea typeface="Times New Roman"/>
              <a:cs typeface="Times New Roman"/>
              <a:sym typeface="Times New Roman"/>
            </a:endParaRPr>
          </a:p>
          <a:p>
            <a:pPr indent="457200" lvl="0" marL="0" rtl="0" algn="l">
              <a:lnSpc>
                <a:spcPct val="115000"/>
              </a:lnSpc>
              <a:spcBef>
                <a:spcPts val="1200"/>
              </a:spcBef>
              <a:spcAft>
                <a:spcPts val="0"/>
              </a:spcAft>
              <a:buNone/>
            </a:pPr>
            <a:r>
              <a:rPr lang="en-IN" sz="1800">
                <a:solidFill>
                  <a:schemeClr val="dk1"/>
                </a:solidFill>
                <a:latin typeface="Times New Roman"/>
                <a:ea typeface="Times New Roman"/>
                <a:cs typeface="Times New Roman"/>
                <a:sym typeface="Times New Roman"/>
              </a:rPr>
              <a:t>Error‑based</a:t>
            </a:r>
            <a:endParaRPr sz="1800">
              <a:solidFill>
                <a:schemeClr val="dk1"/>
              </a:solidFill>
              <a:latin typeface="Times New Roman"/>
              <a:ea typeface="Times New Roman"/>
              <a:cs typeface="Times New Roman"/>
              <a:sym typeface="Times New Roman"/>
            </a:endParaRPr>
          </a:p>
          <a:p>
            <a:pPr indent="-342900" lvl="0" marL="457200" rtl="0" algn="l">
              <a:lnSpc>
                <a:spcPct val="115000"/>
              </a:lnSpc>
              <a:spcBef>
                <a:spcPts val="1200"/>
              </a:spcBef>
              <a:spcAft>
                <a:spcPts val="0"/>
              </a:spcAft>
              <a:buClr>
                <a:schemeClr val="dk1"/>
              </a:buClr>
              <a:buSzPts val="1800"/>
              <a:buFont typeface="Times New Roman"/>
              <a:buAutoNum type="arabicPeriod"/>
            </a:pPr>
            <a:r>
              <a:rPr b="1" lang="en-IN" sz="1800">
                <a:solidFill>
                  <a:schemeClr val="dk1"/>
                </a:solidFill>
                <a:latin typeface="Times New Roman"/>
                <a:ea typeface="Times New Roman"/>
                <a:cs typeface="Times New Roman"/>
                <a:sym typeface="Times New Roman"/>
              </a:rPr>
              <a:t>Inferential (Blind) SQLi</a:t>
            </a:r>
            <a:r>
              <a:rPr lang="en-IN" sz="1800">
                <a:solidFill>
                  <a:schemeClr val="dk1"/>
                </a:solidFill>
                <a:latin typeface="Times New Roman"/>
                <a:ea typeface="Times New Roman"/>
                <a:cs typeface="Times New Roman"/>
                <a:sym typeface="Times New Roman"/>
              </a:rPr>
              <a:t> — no direct data in responses. You infer data via behavior or response time.</a:t>
            </a:r>
            <a:endParaRPr sz="1800">
              <a:solidFill>
                <a:schemeClr val="dk1"/>
              </a:solidFill>
              <a:latin typeface="Times New Roman"/>
              <a:ea typeface="Times New Roman"/>
              <a:cs typeface="Times New Roman"/>
              <a:sym typeface="Times New Roman"/>
            </a:endParaRPr>
          </a:p>
          <a:p>
            <a:pPr indent="457200" lvl="0" marL="0" rtl="0" algn="l">
              <a:lnSpc>
                <a:spcPct val="115000"/>
              </a:lnSpc>
              <a:spcBef>
                <a:spcPts val="1200"/>
              </a:spcBef>
              <a:spcAft>
                <a:spcPts val="0"/>
              </a:spcAft>
              <a:buNone/>
            </a:pPr>
            <a:r>
              <a:rPr lang="en-IN" sz="1800">
                <a:solidFill>
                  <a:schemeClr val="dk1"/>
                </a:solidFill>
                <a:latin typeface="Times New Roman"/>
                <a:ea typeface="Times New Roman"/>
                <a:cs typeface="Times New Roman"/>
                <a:sym typeface="Times New Roman"/>
              </a:rPr>
              <a:t>Boolean (content)‑based blind</a:t>
            </a:r>
            <a:endParaRPr sz="1800">
              <a:solidFill>
                <a:schemeClr val="dk1"/>
              </a:solidFill>
              <a:latin typeface="Times New Roman"/>
              <a:ea typeface="Times New Roman"/>
              <a:cs typeface="Times New Roman"/>
              <a:sym typeface="Times New Roman"/>
            </a:endParaRPr>
          </a:p>
          <a:p>
            <a:pPr indent="457200" lvl="0" marL="0" rtl="0" algn="l">
              <a:lnSpc>
                <a:spcPct val="115000"/>
              </a:lnSpc>
              <a:spcBef>
                <a:spcPts val="1200"/>
              </a:spcBef>
              <a:spcAft>
                <a:spcPts val="0"/>
              </a:spcAft>
              <a:buNone/>
            </a:pPr>
            <a:r>
              <a:rPr lang="en-IN" sz="1800">
                <a:solidFill>
                  <a:schemeClr val="dk1"/>
                </a:solidFill>
                <a:latin typeface="Times New Roman"/>
                <a:ea typeface="Times New Roman"/>
                <a:cs typeface="Times New Roman"/>
                <a:sym typeface="Times New Roman"/>
              </a:rPr>
              <a:t>Time‑based blind</a:t>
            </a:r>
            <a:endParaRPr sz="18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t/>
            </a:r>
            <a:endParaRPr sz="1800">
              <a:solidFill>
                <a:srgbClr val="3F3F3F"/>
              </a:solidFill>
              <a:latin typeface="Meiryo"/>
              <a:ea typeface="Meiryo"/>
              <a:cs typeface="Meiryo"/>
              <a:sym typeface="Meiryo"/>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0" name="Shape 240"/>
        <p:cNvGrpSpPr/>
        <p:nvPr/>
      </p:nvGrpSpPr>
      <p:grpSpPr>
        <a:xfrm>
          <a:off x="0" y="0"/>
          <a:ext cx="0" cy="0"/>
          <a:chOff x="0" y="0"/>
          <a:chExt cx="0" cy="0"/>
        </a:xfrm>
      </p:grpSpPr>
      <p:sp>
        <p:nvSpPr>
          <p:cNvPr id="241" name="Google Shape;241;g39484645258_0_65"/>
          <p:cNvSpPr txBox="1"/>
          <p:nvPr/>
        </p:nvSpPr>
        <p:spPr>
          <a:xfrm>
            <a:off x="265500" y="269000"/>
            <a:ext cx="11231100" cy="184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IN" sz="1800">
                <a:solidFill>
                  <a:srgbClr val="3F3F3F"/>
                </a:solidFill>
                <a:latin typeface="Meiryo"/>
                <a:ea typeface="Meiryo"/>
                <a:cs typeface="Meiryo"/>
                <a:sym typeface="Meiryo"/>
              </a:rPr>
              <a:t>PERFORMING SQL INJECTION:</a:t>
            </a:r>
            <a:endParaRPr sz="1800">
              <a:solidFill>
                <a:srgbClr val="3F3F3F"/>
              </a:solidFill>
              <a:latin typeface="Meiryo"/>
              <a:ea typeface="Meiryo"/>
              <a:cs typeface="Meiryo"/>
              <a:sym typeface="Meiryo"/>
            </a:endParaRPr>
          </a:p>
          <a:p>
            <a:pPr indent="0" lvl="0" marL="0" rtl="0" algn="l">
              <a:spcBef>
                <a:spcPts val="0"/>
              </a:spcBef>
              <a:spcAft>
                <a:spcPts val="0"/>
              </a:spcAft>
              <a:buNone/>
            </a:pPr>
            <a:r>
              <a:t/>
            </a:r>
            <a:endParaRPr sz="1800">
              <a:solidFill>
                <a:srgbClr val="3F3F3F"/>
              </a:solidFill>
              <a:latin typeface="Meiryo"/>
              <a:ea typeface="Meiryo"/>
              <a:cs typeface="Meiryo"/>
              <a:sym typeface="Meiryo"/>
            </a:endParaRPr>
          </a:p>
          <a:p>
            <a:pPr indent="0" lvl="0" marL="0" rtl="0" algn="l">
              <a:spcBef>
                <a:spcPts val="0"/>
              </a:spcBef>
              <a:spcAft>
                <a:spcPts val="0"/>
              </a:spcAft>
              <a:buNone/>
            </a:pPr>
            <a:r>
              <a:rPr lang="en-IN" sz="1800">
                <a:solidFill>
                  <a:srgbClr val="3F3F3F"/>
                </a:solidFill>
                <a:latin typeface="Meiryo"/>
                <a:ea typeface="Meiryo"/>
                <a:cs typeface="Meiryo"/>
                <a:sym typeface="Meiryo"/>
              </a:rPr>
              <a:t>OBJECTIVE : STEAL USERS USERNAME AND PASSWORD</a:t>
            </a:r>
            <a:endParaRPr sz="1800">
              <a:solidFill>
                <a:srgbClr val="3F3F3F"/>
              </a:solidFill>
              <a:latin typeface="Meiryo"/>
              <a:ea typeface="Meiryo"/>
              <a:cs typeface="Meiryo"/>
              <a:sym typeface="Meiryo"/>
            </a:endParaRPr>
          </a:p>
          <a:p>
            <a:pPr indent="0" lvl="0" marL="0" rtl="0" algn="l">
              <a:spcBef>
                <a:spcPts val="0"/>
              </a:spcBef>
              <a:spcAft>
                <a:spcPts val="0"/>
              </a:spcAft>
              <a:buNone/>
            </a:pPr>
            <a:r>
              <a:t/>
            </a:r>
            <a:endParaRPr sz="1800">
              <a:solidFill>
                <a:srgbClr val="3F3F3F"/>
              </a:solidFill>
              <a:latin typeface="Meiryo"/>
              <a:ea typeface="Meiryo"/>
              <a:cs typeface="Meiryo"/>
              <a:sym typeface="Meiryo"/>
            </a:endParaRPr>
          </a:p>
          <a:p>
            <a:pPr indent="0" lvl="0" marL="0" rtl="0" algn="l">
              <a:spcBef>
                <a:spcPts val="0"/>
              </a:spcBef>
              <a:spcAft>
                <a:spcPts val="0"/>
              </a:spcAft>
              <a:buNone/>
            </a:pPr>
            <a:r>
              <a:rPr lang="en-IN" sz="1800">
                <a:solidFill>
                  <a:srgbClr val="3F3F3F"/>
                </a:solidFill>
                <a:latin typeface="Meiryo"/>
                <a:ea typeface="Meiryo"/>
                <a:cs typeface="Meiryo"/>
                <a:sym typeface="Meiryo"/>
              </a:rPr>
              <a:t>Step 1: Open DVWA SQL injection module. You will see a page like this. Keep intercept ON in Burp. Enter any number and click submit. Burp will catch the </a:t>
            </a:r>
            <a:r>
              <a:rPr lang="en-IN" sz="1800">
                <a:solidFill>
                  <a:srgbClr val="3F3F3F"/>
                </a:solidFill>
                <a:latin typeface="Meiryo"/>
                <a:ea typeface="Meiryo"/>
                <a:cs typeface="Meiryo"/>
                <a:sym typeface="Meiryo"/>
              </a:rPr>
              <a:t>request</a:t>
            </a:r>
            <a:r>
              <a:rPr lang="en-IN" sz="1800">
                <a:solidFill>
                  <a:srgbClr val="3F3F3F"/>
                </a:solidFill>
                <a:latin typeface="Meiryo"/>
                <a:ea typeface="Meiryo"/>
                <a:cs typeface="Meiryo"/>
                <a:sym typeface="Meiryo"/>
              </a:rPr>
              <a:t> and then send it to the repeater.</a:t>
            </a:r>
            <a:endParaRPr sz="1800">
              <a:solidFill>
                <a:srgbClr val="3F3F3F"/>
              </a:solidFill>
              <a:latin typeface="Meiryo"/>
              <a:ea typeface="Meiryo"/>
              <a:cs typeface="Meiryo"/>
              <a:sym typeface="Meiryo"/>
            </a:endParaRPr>
          </a:p>
        </p:txBody>
      </p:sp>
      <p:pic>
        <p:nvPicPr>
          <p:cNvPr id="242" name="Google Shape;242;g39484645258_0_65" title="Screenshot 2025-10-14 at 3.39.56 PM.png"/>
          <p:cNvPicPr preferRelativeResize="0"/>
          <p:nvPr/>
        </p:nvPicPr>
        <p:blipFill>
          <a:blip r:embed="rId3">
            <a:alphaModFix/>
          </a:blip>
          <a:stretch>
            <a:fillRect/>
          </a:stretch>
        </p:blipFill>
        <p:spPr>
          <a:xfrm>
            <a:off x="360124" y="2095100"/>
            <a:ext cx="5503300" cy="3026001"/>
          </a:xfrm>
          <a:prstGeom prst="rect">
            <a:avLst/>
          </a:prstGeom>
          <a:noFill/>
          <a:ln>
            <a:noFill/>
          </a:ln>
        </p:spPr>
      </p:pic>
      <p:pic>
        <p:nvPicPr>
          <p:cNvPr id="243" name="Google Shape;243;g39484645258_0_65" title="Screenshot 2025-10-14 at 3.42.09 PM.png"/>
          <p:cNvPicPr preferRelativeResize="0"/>
          <p:nvPr/>
        </p:nvPicPr>
        <p:blipFill>
          <a:blip r:embed="rId4">
            <a:alphaModFix/>
          </a:blip>
          <a:stretch>
            <a:fillRect/>
          </a:stretch>
        </p:blipFill>
        <p:spPr>
          <a:xfrm>
            <a:off x="6024850" y="2283650"/>
            <a:ext cx="6023776" cy="2402231"/>
          </a:xfrm>
          <a:prstGeom prst="rect">
            <a:avLst/>
          </a:prstGeom>
          <a:noFill/>
          <a:ln>
            <a:noFill/>
          </a:ln>
        </p:spPr>
      </p:pic>
      <p:sp>
        <p:nvSpPr>
          <p:cNvPr id="244" name="Google Shape;244;g39484645258_0_65"/>
          <p:cNvSpPr txBox="1"/>
          <p:nvPr/>
        </p:nvSpPr>
        <p:spPr>
          <a:xfrm>
            <a:off x="446200" y="5377300"/>
            <a:ext cx="11502300" cy="1015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IN" sz="1800">
                <a:solidFill>
                  <a:srgbClr val="3F3F3F"/>
                </a:solidFill>
                <a:latin typeface="Meiryo"/>
                <a:ea typeface="Meiryo"/>
                <a:cs typeface="Meiryo"/>
                <a:sym typeface="Meiryo"/>
              </a:rPr>
              <a:t>Next we will change the parameter in Burp Repeater one by one and click send.</a:t>
            </a:r>
            <a:endParaRPr sz="1800">
              <a:solidFill>
                <a:srgbClr val="3F3F3F"/>
              </a:solidFill>
              <a:latin typeface="Meiryo"/>
              <a:ea typeface="Meiryo"/>
              <a:cs typeface="Meiryo"/>
              <a:sym typeface="Meiryo"/>
            </a:endParaRPr>
          </a:p>
          <a:p>
            <a:pPr indent="0" lvl="0" marL="0" rtl="0" algn="l">
              <a:spcBef>
                <a:spcPts val="0"/>
              </a:spcBef>
              <a:spcAft>
                <a:spcPts val="0"/>
              </a:spcAft>
              <a:buNone/>
            </a:pPr>
            <a:r>
              <a:rPr lang="en-IN" sz="1800">
                <a:solidFill>
                  <a:srgbClr val="3F3F3F"/>
                </a:solidFill>
                <a:latin typeface="Meiryo"/>
                <a:ea typeface="Meiryo"/>
                <a:cs typeface="Meiryo"/>
                <a:sym typeface="Meiryo"/>
              </a:rPr>
              <a:t>Our next input will be 1’ or ‘1’=’1’ –. This will render all the user records present in the database.</a:t>
            </a:r>
            <a:endParaRPr sz="1800">
              <a:solidFill>
                <a:srgbClr val="3F3F3F"/>
              </a:solidFill>
              <a:latin typeface="Meiryo"/>
              <a:ea typeface="Meiryo"/>
              <a:cs typeface="Meiryo"/>
              <a:sym typeface="Meiryo"/>
            </a:endParaRPr>
          </a:p>
          <a:p>
            <a:pPr indent="0" lvl="0" marL="0" rtl="0" algn="l">
              <a:spcBef>
                <a:spcPts val="0"/>
              </a:spcBef>
              <a:spcAft>
                <a:spcPts val="0"/>
              </a:spcAft>
              <a:buNone/>
            </a:pPr>
            <a:r>
              <a:rPr lang="en-IN" sz="1800">
                <a:solidFill>
                  <a:srgbClr val="3F3F3F"/>
                </a:solidFill>
                <a:latin typeface="Times New Roman"/>
                <a:ea typeface="Times New Roman"/>
                <a:cs typeface="Times New Roman"/>
                <a:sym typeface="Times New Roman"/>
              </a:rPr>
              <a:t>Returning "all rows" </a:t>
            </a:r>
            <a:r>
              <a:rPr i="1" lang="en-IN" sz="1800">
                <a:solidFill>
                  <a:srgbClr val="3F3F3F"/>
                </a:solidFill>
                <a:latin typeface="Times New Roman"/>
                <a:ea typeface="Times New Roman"/>
                <a:cs typeface="Times New Roman"/>
                <a:sym typeface="Times New Roman"/>
              </a:rPr>
              <a:t>doesn't</a:t>
            </a:r>
            <a:r>
              <a:rPr lang="en-IN" sz="1800">
                <a:solidFill>
                  <a:srgbClr val="3F3F3F"/>
                </a:solidFill>
                <a:latin typeface="Times New Roman"/>
                <a:ea typeface="Times New Roman"/>
                <a:cs typeface="Times New Roman"/>
                <a:sym typeface="Times New Roman"/>
              </a:rPr>
              <a:t> mean you can see sensitive data — depends on what columns the original query selected.</a:t>
            </a:r>
            <a:endParaRPr sz="2500">
              <a:solidFill>
                <a:srgbClr val="3F3F3F"/>
              </a:solidFill>
              <a:latin typeface="Times New Roman"/>
              <a:ea typeface="Times New Roman"/>
              <a:cs typeface="Times New Roman"/>
              <a:sym typeface="Times New Roman"/>
            </a:endParaRPr>
          </a:p>
        </p:txBody>
      </p:sp>
      <p:sp>
        <p:nvSpPr>
          <p:cNvPr id="245" name="Google Shape;245;g39484645258_0_65"/>
          <p:cNvSpPr txBox="1"/>
          <p:nvPr/>
        </p:nvSpPr>
        <p:spPr>
          <a:xfrm>
            <a:off x="3631000" y="4780725"/>
            <a:ext cx="65820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800">
              <a:solidFill>
                <a:srgbClr val="3F3F3F"/>
              </a:solidFill>
              <a:latin typeface="Meiryo"/>
              <a:ea typeface="Meiryo"/>
              <a:cs typeface="Meiryo"/>
              <a:sym typeface="Meiryo"/>
            </a:endParaRPr>
          </a:p>
          <a:p>
            <a:pPr indent="0" lvl="0" marL="0" rtl="0" algn="l">
              <a:spcBef>
                <a:spcPts val="0"/>
              </a:spcBef>
              <a:spcAft>
                <a:spcPts val="0"/>
              </a:spcAft>
              <a:buNone/>
            </a:pPr>
            <a:r>
              <a:t/>
            </a:r>
            <a:endParaRPr sz="1800">
              <a:solidFill>
                <a:srgbClr val="3F3F3F"/>
              </a:solidFill>
              <a:latin typeface="Meiryo"/>
              <a:ea typeface="Meiryo"/>
              <a:cs typeface="Meiryo"/>
              <a:sym typeface="Meiryo"/>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0" name="Shape 250"/>
        <p:cNvGrpSpPr/>
        <p:nvPr/>
      </p:nvGrpSpPr>
      <p:grpSpPr>
        <a:xfrm>
          <a:off x="0" y="0"/>
          <a:ext cx="0" cy="0"/>
          <a:chOff x="0" y="0"/>
          <a:chExt cx="0" cy="0"/>
        </a:xfrm>
      </p:grpSpPr>
      <p:pic>
        <p:nvPicPr>
          <p:cNvPr id="251" name="Google Shape;251;g39484645258_0_75" title="Screenshot 2025-10-14 at 4.20.17 PM.png"/>
          <p:cNvPicPr preferRelativeResize="0"/>
          <p:nvPr/>
        </p:nvPicPr>
        <p:blipFill>
          <a:blip r:embed="rId3">
            <a:alphaModFix/>
          </a:blip>
          <a:stretch>
            <a:fillRect/>
          </a:stretch>
        </p:blipFill>
        <p:spPr>
          <a:xfrm>
            <a:off x="152400" y="152400"/>
            <a:ext cx="10736763" cy="655320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6" name="Shape 256"/>
        <p:cNvGrpSpPr/>
        <p:nvPr/>
      </p:nvGrpSpPr>
      <p:grpSpPr>
        <a:xfrm>
          <a:off x="0" y="0"/>
          <a:ext cx="0" cy="0"/>
          <a:chOff x="0" y="0"/>
          <a:chExt cx="0" cy="0"/>
        </a:xfrm>
      </p:grpSpPr>
      <p:sp>
        <p:nvSpPr>
          <p:cNvPr id="257" name="Google Shape;257;g39484645258_0_81"/>
          <p:cNvSpPr txBox="1"/>
          <p:nvPr/>
        </p:nvSpPr>
        <p:spPr>
          <a:xfrm>
            <a:off x="0" y="0"/>
            <a:ext cx="11921400" cy="544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IN" sz="1800">
                <a:solidFill>
                  <a:schemeClr val="dk1"/>
                </a:solidFill>
                <a:latin typeface="Times New Roman"/>
                <a:ea typeface="Times New Roman"/>
                <a:cs typeface="Times New Roman"/>
                <a:sym typeface="Times New Roman"/>
              </a:rPr>
              <a:t>Next goal: </a:t>
            </a:r>
            <a:r>
              <a:rPr b="1" lang="en-IN" sz="1800">
                <a:solidFill>
                  <a:schemeClr val="dk1"/>
                </a:solidFill>
                <a:latin typeface="Times New Roman"/>
                <a:ea typeface="Times New Roman"/>
                <a:cs typeface="Times New Roman"/>
                <a:sym typeface="Times New Roman"/>
              </a:rPr>
              <a:t>make the server return specific values</a:t>
            </a:r>
            <a:r>
              <a:rPr lang="en-IN" sz="1800">
                <a:solidFill>
                  <a:schemeClr val="dk1"/>
                </a:solidFill>
                <a:latin typeface="Times New Roman"/>
                <a:ea typeface="Times New Roman"/>
                <a:cs typeface="Times New Roman"/>
                <a:sym typeface="Times New Roman"/>
              </a:rPr>
              <a:t> (like </a:t>
            </a:r>
            <a:r>
              <a:rPr lang="en-IN" sz="1800">
                <a:solidFill>
                  <a:srgbClr val="188038"/>
                </a:solidFill>
                <a:latin typeface="Times New Roman"/>
                <a:ea typeface="Times New Roman"/>
                <a:cs typeface="Times New Roman"/>
                <a:sym typeface="Times New Roman"/>
              </a:rPr>
              <a:t>user()</a:t>
            </a:r>
            <a:r>
              <a:rPr lang="en-IN" sz="1800">
                <a:solidFill>
                  <a:schemeClr val="dk1"/>
                </a:solidFill>
                <a:latin typeface="Times New Roman"/>
                <a:ea typeface="Times New Roman"/>
                <a:cs typeface="Times New Roman"/>
                <a:sym typeface="Times New Roman"/>
              </a:rPr>
              <a:t>, </a:t>
            </a:r>
            <a:r>
              <a:rPr lang="en-IN" sz="1800">
                <a:solidFill>
                  <a:srgbClr val="188038"/>
                </a:solidFill>
                <a:latin typeface="Times New Roman"/>
                <a:ea typeface="Times New Roman"/>
                <a:cs typeface="Times New Roman"/>
                <a:sym typeface="Times New Roman"/>
              </a:rPr>
              <a:t>database()</a:t>
            </a:r>
            <a:r>
              <a:rPr lang="en-IN" sz="1800">
                <a:solidFill>
                  <a:schemeClr val="dk1"/>
                </a:solidFill>
                <a:latin typeface="Times New Roman"/>
                <a:ea typeface="Times New Roman"/>
                <a:cs typeface="Times New Roman"/>
                <a:sym typeface="Times New Roman"/>
              </a:rPr>
              <a:t>, or </a:t>
            </a:r>
            <a:r>
              <a:rPr lang="en-IN" sz="1800">
                <a:solidFill>
                  <a:srgbClr val="188038"/>
                </a:solidFill>
                <a:latin typeface="Times New Roman"/>
                <a:ea typeface="Times New Roman"/>
                <a:cs typeface="Times New Roman"/>
                <a:sym typeface="Times New Roman"/>
              </a:rPr>
              <a:t>username/password</a:t>
            </a:r>
            <a:r>
              <a:rPr lang="en-IN" sz="1800">
                <a:solidFill>
                  <a:schemeClr val="dk1"/>
                </a:solidFill>
                <a:latin typeface="Times New Roman"/>
                <a:ea typeface="Times New Roman"/>
                <a:cs typeface="Times New Roman"/>
                <a:sym typeface="Times New Roman"/>
              </a:rPr>
              <a:t>) by using </a:t>
            </a:r>
            <a:r>
              <a:rPr lang="en-IN" sz="1800">
                <a:solidFill>
                  <a:srgbClr val="188038"/>
                </a:solidFill>
                <a:latin typeface="Times New Roman"/>
                <a:ea typeface="Times New Roman"/>
                <a:cs typeface="Times New Roman"/>
                <a:sym typeface="Times New Roman"/>
              </a:rPr>
              <a:t>UNION SELECT</a:t>
            </a:r>
            <a:r>
              <a:rPr lang="en-IN" sz="1800">
                <a:solidFill>
                  <a:schemeClr val="dk1"/>
                </a:solidFill>
                <a:latin typeface="Times New Roman"/>
                <a:ea typeface="Times New Roman"/>
                <a:cs typeface="Times New Roman"/>
                <a:sym typeface="Times New Roman"/>
              </a:rPr>
              <a:t> or by mapping columns.</a:t>
            </a:r>
            <a:endParaRPr sz="18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sz="18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en-IN" sz="1800">
                <a:solidFill>
                  <a:srgbClr val="188038"/>
                </a:solidFill>
                <a:latin typeface="Times New Roman"/>
                <a:ea typeface="Times New Roman"/>
                <a:cs typeface="Times New Roman"/>
                <a:sym typeface="Times New Roman"/>
              </a:rPr>
              <a:t>STEP 1: UNION</a:t>
            </a:r>
            <a:r>
              <a:rPr lang="en-IN" sz="1800">
                <a:solidFill>
                  <a:schemeClr val="dk1"/>
                </a:solidFill>
                <a:latin typeface="Times New Roman"/>
                <a:ea typeface="Times New Roman"/>
                <a:cs typeface="Times New Roman"/>
                <a:sym typeface="Times New Roman"/>
              </a:rPr>
              <a:t> merges result sets if each SELECT returns the same number of columns and compatible types. If not, DB raises an error: All queries combined using UNION must have the same number of columns.</a:t>
            </a:r>
            <a:endParaRPr sz="18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sz="18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en-IN" sz="1800">
                <a:solidFill>
                  <a:schemeClr val="dk1"/>
                </a:solidFill>
                <a:latin typeface="Times New Roman"/>
                <a:ea typeface="Times New Roman"/>
                <a:cs typeface="Times New Roman"/>
                <a:sym typeface="Times New Roman"/>
              </a:rPr>
              <a:t>STEP 2: Find the number of columns, there are two methods ORDER BY and UNION NULLS .</a:t>
            </a:r>
            <a:endParaRPr sz="18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en-IN" sz="1800">
                <a:solidFill>
                  <a:schemeClr val="dk1"/>
                </a:solidFill>
                <a:latin typeface="Times New Roman"/>
                <a:ea typeface="Times New Roman"/>
                <a:cs typeface="Times New Roman"/>
                <a:sym typeface="Times New Roman"/>
              </a:rPr>
              <a:t>Ex: --</a:t>
            </a:r>
            <a:r>
              <a:rPr lang="en-IN" sz="1800">
                <a:solidFill>
                  <a:srgbClr val="6AA84F"/>
                </a:solidFill>
                <a:latin typeface="Times New Roman"/>
                <a:ea typeface="Times New Roman"/>
                <a:cs typeface="Times New Roman"/>
                <a:sym typeface="Times New Roman"/>
              </a:rPr>
              <a:t> </a:t>
            </a:r>
            <a:r>
              <a:rPr lang="en-IN" sz="1800">
                <a:solidFill>
                  <a:srgbClr val="990000"/>
                </a:solidFill>
                <a:latin typeface="Times New Roman"/>
                <a:ea typeface="Times New Roman"/>
                <a:cs typeface="Times New Roman"/>
                <a:sym typeface="Times New Roman"/>
              </a:rPr>
              <a:t>server-side template (before injection)</a:t>
            </a:r>
            <a:r>
              <a:rPr lang="en-IN" sz="1800">
                <a:solidFill>
                  <a:srgbClr val="6AA84F"/>
                </a:solidFill>
                <a:latin typeface="Times New Roman"/>
                <a:ea typeface="Times New Roman"/>
                <a:cs typeface="Times New Roman"/>
                <a:sym typeface="Times New Roman"/>
              </a:rPr>
              <a:t> </a:t>
            </a:r>
            <a:r>
              <a:rPr lang="en-IN" sz="1800">
                <a:solidFill>
                  <a:schemeClr val="dk1"/>
                </a:solidFill>
                <a:latin typeface="Times New Roman"/>
                <a:ea typeface="Times New Roman"/>
                <a:cs typeface="Times New Roman"/>
                <a:sym typeface="Times New Roman"/>
              </a:rPr>
              <a:t>: SELECT id, username, email FROM users WHERE id = &lt;YOUR_INPUT&gt;;</a:t>
            </a:r>
            <a:endParaRPr sz="18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en-IN" sz="1800">
                <a:solidFill>
                  <a:schemeClr val="dk1"/>
                </a:solidFill>
                <a:latin typeface="Times New Roman"/>
                <a:ea typeface="Times New Roman"/>
                <a:cs typeface="Times New Roman"/>
                <a:sym typeface="Times New Roman"/>
              </a:rPr>
              <a:t>  	  </a:t>
            </a:r>
            <a:r>
              <a:rPr lang="en-IN" sz="1800">
                <a:solidFill>
                  <a:srgbClr val="990000"/>
                </a:solidFill>
                <a:latin typeface="Times New Roman"/>
                <a:ea typeface="Times New Roman"/>
                <a:cs typeface="Times New Roman"/>
                <a:sym typeface="Times New Roman"/>
              </a:rPr>
              <a:t>server-side template (after injection)</a:t>
            </a:r>
            <a:r>
              <a:rPr lang="en-IN" sz="1800">
                <a:solidFill>
                  <a:srgbClr val="6AA84F"/>
                </a:solidFill>
                <a:latin typeface="Times New Roman"/>
                <a:ea typeface="Times New Roman"/>
                <a:cs typeface="Times New Roman"/>
                <a:sym typeface="Times New Roman"/>
              </a:rPr>
              <a:t> </a:t>
            </a:r>
            <a:r>
              <a:rPr lang="en-IN" sz="1800">
                <a:solidFill>
                  <a:schemeClr val="dk1"/>
                </a:solidFill>
                <a:latin typeface="Times New Roman"/>
                <a:ea typeface="Times New Roman"/>
                <a:cs typeface="Times New Roman"/>
                <a:sym typeface="Times New Roman"/>
              </a:rPr>
              <a:t>: SELECT id, username, email FROM users WHERE id = 1 ORDER BY 3-- ;</a:t>
            </a:r>
            <a:endParaRPr sz="18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en-IN" sz="1800">
                <a:solidFill>
                  <a:schemeClr val="dk1"/>
                </a:solidFill>
                <a:latin typeface="Times New Roman"/>
                <a:ea typeface="Times New Roman"/>
                <a:cs typeface="Times New Roman"/>
                <a:sym typeface="Times New Roman"/>
              </a:rPr>
              <a:t>So if in order by n : If </a:t>
            </a:r>
            <a:r>
              <a:rPr lang="en-IN" sz="1800">
                <a:solidFill>
                  <a:srgbClr val="188038"/>
                </a:solidFill>
                <a:latin typeface="Times New Roman"/>
                <a:ea typeface="Times New Roman"/>
                <a:cs typeface="Times New Roman"/>
                <a:sym typeface="Times New Roman"/>
              </a:rPr>
              <a:t>n</a:t>
            </a:r>
            <a:r>
              <a:rPr lang="en-IN" sz="1800">
                <a:solidFill>
                  <a:schemeClr val="dk1"/>
                </a:solidFill>
                <a:latin typeface="Times New Roman"/>
                <a:ea typeface="Times New Roman"/>
                <a:cs typeface="Times New Roman"/>
                <a:sym typeface="Times New Roman"/>
              </a:rPr>
              <a:t> is </a:t>
            </a:r>
            <a:r>
              <a:rPr b="1" lang="en-IN" sz="1800">
                <a:solidFill>
                  <a:schemeClr val="dk1"/>
                </a:solidFill>
                <a:latin typeface="Times New Roman"/>
                <a:ea typeface="Times New Roman"/>
                <a:cs typeface="Times New Roman"/>
                <a:sym typeface="Times New Roman"/>
              </a:rPr>
              <a:t>greater than the number of columns</a:t>
            </a:r>
            <a:r>
              <a:rPr lang="en-IN" sz="1800">
                <a:solidFill>
                  <a:schemeClr val="dk1"/>
                </a:solidFill>
                <a:latin typeface="Times New Roman"/>
                <a:ea typeface="Times New Roman"/>
                <a:cs typeface="Times New Roman"/>
                <a:sym typeface="Times New Roman"/>
              </a:rPr>
              <a:t>, SQL throws an </a:t>
            </a:r>
            <a:r>
              <a:rPr b="1" lang="en-IN" sz="1800">
                <a:solidFill>
                  <a:schemeClr val="dk1"/>
                </a:solidFill>
                <a:latin typeface="Times New Roman"/>
                <a:ea typeface="Times New Roman"/>
                <a:cs typeface="Times New Roman"/>
                <a:sym typeface="Times New Roman"/>
              </a:rPr>
              <a:t>error</a:t>
            </a:r>
            <a:r>
              <a:rPr lang="en-IN" sz="1800">
                <a:solidFill>
                  <a:schemeClr val="dk1"/>
                </a:solidFill>
                <a:latin typeface="Times New Roman"/>
                <a:ea typeface="Times New Roman"/>
                <a:cs typeface="Times New Roman"/>
                <a:sym typeface="Times New Roman"/>
              </a:rPr>
              <a:t> → page shows an error (or a  different behavior depending on the web app), which means the no. of columns is less than n. Also -- is used to comment everything after.</a:t>
            </a:r>
            <a:endParaRPr sz="18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sz="18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en-IN" sz="1800">
                <a:solidFill>
                  <a:schemeClr val="dk1"/>
                </a:solidFill>
                <a:latin typeface="Times New Roman"/>
                <a:ea typeface="Times New Roman"/>
                <a:cs typeface="Times New Roman"/>
                <a:sym typeface="Times New Roman"/>
              </a:rPr>
              <a:t>So my payload will by for example id = 1 0RDER BY  1–</a:t>
            </a:r>
            <a:endParaRPr sz="18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en-IN" sz="1800">
                <a:solidFill>
                  <a:schemeClr val="dk1"/>
                </a:solidFill>
                <a:latin typeface="Times New Roman"/>
                <a:ea typeface="Times New Roman"/>
                <a:cs typeface="Times New Roman"/>
                <a:sym typeface="Times New Roman"/>
              </a:rPr>
              <a:t>Since in my case 0RDER BY 10000- also works then we would assume that my injection is not reaching database.</a:t>
            </a:r>
            <a:endParaRPr sz="18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en-IN" sz="1800">
                <a:solidFill>
                  <a:schemeClr val="dk1"/>
                </a:solidFill>
                <a:latin typeface="Times New Roman"/>
                <a:ea typeface="Times New Roman"/>
                <a:cs typeface="Times New Roman"/>
                <a:sym typeface="Times New Roman"/>
              </a:rPr>
              <a:t>So we will try 1’ 0RDER BY 1-- , Since this also didn’t give any error we will proceed with method 2.</a:t>
            </a:r>
            <a:endParaRPr sz="18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sz="1800">
              <a:solidFill>
                <a:schemeClr val="dk1"/>
              </a:solidFill>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t/>
            </a:r>
            <a:endParaRPr sz="18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sz="1800">
              <a:solidFill>
                <a:schemeClr val="dk1"/>
              </a:solidFill>
              <a:latin typeface="Times New Roman"/>
              <a:ea typeface="Times New Roman"/>
              <a:cs typeface="Times New Roman"/>
              <a:sym typeface="Times New Roman"/>
            </a:endParaRPr>
          </a:p>
        </p:txBody>
      </p:sp>
      <p:pic>
        <p:nvPicPr>
          <p:cNvPr id="258" name="Google Shape;258;g39484645258_0_81" title="Screenshot 2025-10-14 at 4.51.34 PM.png"/>
          <p:cNvPicPr preferRelativeResize="0"/>
          <p:nvPr/>
        </p:nvPicPr>
        <p:blipFill>
          <a:blip r:embed="rId3">
            <a:alphaModFix/>
          </a:blip>
          <a:stretch>
            <a:fillRect/>
          </a:stretch>
        </p:blipFill>
        <p:spPr>
          <a:xfrm>
            <a:off x="157075" y="4494100"/>
            <a:ext cx="7198351" cy="2267049"/>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3" name="Shape 263"/>
        <p:cNvGrpSpPr/>
        <p:nvPr/>
      </p:nvGrpSpPr>
      <p:grpSpPr>
        <a:xfrm>
          <a:off x="0" y="0"/>
          <a:ext cx="0" cy="0"/>
          <a:chOff x="0" y="0"/>
          <a:chExt cx="0" cy="0"/>
        </a:xfrm>
      </p:grpSpPr>
      <p:sp>
        <p:nvSpPr>
          <p:cNvPr id="264" name="Google Shape;264;g39484645258_0_94"/>
          <p:cNvSpPr txBox="1"/>
          <p:nvPr/>
        </p:nvSpPr>
        <p:spPr>
          <a:xfrm>
            <a:off x="0" y="0"/>
            <a:ext cx="7457700" cy="1262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IN"/>
              <a:t>We will use something like this </a:t>
            </a:r>
            <a:r>
              <a:rPr lang="en-IN"/>
              <a:t>1' UNION SELECT NULL,NULL –</a:t>
            </a:r>
            <a:endParaRPr/>
          </a:p>
          <a:p>
            <a:pPr indent="0" lvl="0" marL="0" rtl="0" algn="l">
              <a:spcBef>
                <a:spcPts val="0"/>
              </a:spcBef>
              <a:spcAft>
                <a:spcPts val="0"/>
              </a:spcAft>
              <a:buNone/>
            </a:pPr>
            <a:r>
              <a:rPr lang="en-IN"/>
              <a:t>We will start with : 1 column : </a:t>
            </a:r>
            <a:r>
              <a:rPr lang="en-IN">
                <a:solidFill>
                  <a:schemeClr val="dk1"/>
                </a:solidFill>
              </a:rPr>
              <a:t>1%27%20UNION%20SELECT%20NULL%20--%20</a:t>
            </a:r>
            <a:endParaRPr>
              <a:solidFill>
                <a:schemeClr val="dk1"/>
              </a:solidFill>
            </a:endParaRPr>
          </a:p>
          <a:p>
            <a:pPr indent="0" lvl="0" marL="0" rtl="0" algn="l">
              <a:spcBef>
                <a:spcPts val="0"/>
              </a:spcBef>
              <a:spcAft>
                <a:spcPts val="0"/>
              </a:spcAft>
              <a:buNone/>
            </a:pPr>
            <a:r>
              <a:rPr lang="en-IN">
                <a:solidFill>
                  <a:schemeClr val="dk1"/>
                </a:solidFill>
              </a:rPr>
              <a:t>: 2nd column : 1%27%20UNION%20SELECT%20NULL%2CNULL%20 and then so on.</a:t>
            </a:r>
            <a:endParaRPr>
              <a:solidFill>
                <a:schemeClr val="dk1"/>
              </a:solidFill>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sp>
        <p:nvSpPr>
          <p:cNvPr id="265" name="Google Shape;265;g39484645258_0_94"/>
          <p:cNvSpPr txBox="1"/>
          <p:nvPr/>
        </p:nvSpPr>
        <p:spPr>
          <a:xfrm>
            <a:off x="5126625" y="259975"/>
            <a:ext cx="52044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800">
              <a:solidFill>
                <a:srgbClr val="3F3F3F"/>
              </a:solidFill>
              <a:latin typeface="Meiryo"/>
              <a:ea typeface="Meiryo"/>
              <a:cs typeface="Meiryo"/>
              <a:sym typeface="Meiryo"/>
            </a:endParaRPr>
          </a:p>
        </p:txBody>
      </p:sp>
      <p:sp>
        <p:nvSpPr>
          <p:cNvPr id="266" name="Google Shape;266;g39484645258_0_94"/>
          <p:cNvSpPr txBox="1"/>
          <p:nvPr/>
        </p:nvSpPr>
        <p:spPr>
          <a:xfrm>
            <a:off x="117475" y="5806975"/>
            <a:ext cx="8081400" cy="708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IN" sz="1700">
                <a:solidFill>
                  <a:srgbClr val="3F3F3F"/>
                </a:solidFill>
                <a:latin typeface="Times New Roman"/>
                <a:ea typeface="Times New Roman"/>
                <a:cs typeface="Times New Roman"/>
                <a:sym typeface="Times New Roman"/>
              </a:rPr>
              <a:t>No error = UNION accepted. That usually means the original query returns 2 columns</a:t>
            </a:r>
            <a:endParaRPr sz="1700">
              <a:solidFill>
                <a:srgbClr val="3F3F3F"/>
              </a:solidFill>
              <a:latin typeface="Times New Roman"/>
              <a:ea typeface="Times New Roman"/>
              <a:cs typeface="Times New Roman"/>
              <a:sym typeface="Times New Roman"/>
            </a:endParaRPr>
          </a:p>
          <a:p>
            <a:pPr indent="0" lvl="0" marL="0" rtl="0" algn="l">
              <a:spcBef>
                <a:spcPts val="0"/>
              </a:spcBef>
              <a:spcAft>
                <a:spcPts val="0"/>
              </a:spcAft>
              <a:buNone/>
            </a:pPr>
            <a:r>
              <a:rPr lang="en-IN" sz="1700">
                <a:solidFill>
                  <a:srgbClr val="3F3F3F"/>
                </a:solidFill>
                <a:latin typeface="Times New Roman"/>
                <a:ea typeface="Times New Roman"/>
                <a:cs typeface="Times New Roman"/>
                <a:sym typeface="Times New Roman"/>
              </a:rPr>
              <a:t>No visible marker = accepted but page didn’t print those columns</a:t>
            </a:r>
            <a:endParaRPr sz="1700">
              <a:solidFill>
                <a:srgbClr val="3F3F3F"/>
              </a:solidFill>
              <a:latin typeface="Times New Roman"/>
              <a:ea typeface="Times New Roman"/>
              <a:cs typeface="Times New Roman"/>
              <a:sym typeface="Times New Roman"/>
            </a:endParaRPr>
          </a:p>
        </p:txBody>
      </p:sp>
      <p:pic>
        <p:nvPicPr>
          <p:cNvPr id="267" name="Google Shape;267;g39484645258_0_94" title="Screenshot 2025-10-14 at 5.06.16 PM.png"/>
          <p:cNvPicPr preferRelativeResize="0"/>
          <p:nvPr/>
        </p:nvPicPr>
        <p:blipFill>
          <a:blip r:embed="rId3">
            <a:alphaModFix/>
          </a:blip>
          <a:stretch>
            <a:fillRect/>
          </a:stretch>
        </p:blipFill>
        <p:spPr>
          <a:xfrm>
            <a:off x="72275" y="938525"/>
            <a:ext cx="11465719" cy="4727999"/>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2" name="Shape 272"/>
        <p:cNvGrpSpPr/>
        <p:nvPr/>
      </p:nvGrpSpPr>
      <p:grpSpPr>
        <a:xfrm>
          <a:off x="0" y="0"/>
          <a:ext cx="0" cy="0"/>
          <a:chOff x="0" y="0"/>
          <a:chExt cx="0" cy="0"/>
        </a:xfrm>
      </p:grpSpPr>
      <p:sp>
        <p:nvSpPr>
          <p:cNvPr id="273" name="Google Shape;273;g39484645258_0_111"/>
          <p:cNvSpPr txBox="1"/>
          <p:nvPr/>
        </p:nvSpPr>
        <p:spPr>
          <a:xfrm>
            <a:off x="184175" y="68250"/>
            <a:ext cx="52044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IN" sz="1800">
                <a:solidFill>
                  <a:srgbClr val="3F3F3F"/>
                </a:solidFill>
                <a:latin typeface="Meiryo"/>
                <a:ea typeface="Meiryo"/>
                <a:cs typeface="Meiryo"/>
                <a:sym typeface="Meiryo"/>
              </a:rPr>
              <a:t>1) Map which UNION column is visible</a:t>
            </a:r>
            <a:endParaRPr sz="1800">
              <a:solidFill>
                <a:srgbClr val="3F3F3F"/>
              </a:solidFill>
              <a:latin typeface="Meiryo"/>
              <a:ea typeface="Meiryo"/>
              <a:cs typeface="Meiryo"/>
              <a:sym typeface="Meiryo"/>
            </a:endParaRPr>
          </a:p>
        </p:txBody>
      </p:sp>
      <p:pic>
        <p:nvPicPr>
          <p:cNvPr id="274" name="Google Shape;274;g39484645258_0_111" title="Screenshot 2025-10-14 at 5.09.18 PM.png"/>
          <p:cNvPicPr preferRelativeResize="0"/>
          <p:nvPr/>
        </p:nvPicPr>
        <p:blipFill>
          <a:blip r:embed="rId3">
            <a:alphaModFix/>
          </a:blip>
          <a:stretch>
            <a:fillRect/>
          </a:stretch>
        </p:blipFill>
        <p:spPr>
          <a:xfrm>
            <a:off x="296950" y="529950"/>
            <a:ext cx="10504003" cy="2626001"/>
          </a:xfrm>
          <a:prstGeom prst="rect">
            <a:avLst/>
          </a:prstGeom>
          <a:noFill/>
          <a:ln>
            <a:noFill/>
          </a:ln>
        </p:spPr>
      </p:pic>
      <p:sp>
        <p:nvSpPr>
          <p:cNvPr id="275" name="Google Shape;275;g39484645258_0_111"/>
          <p:cNvSpPr txBox="1"/>
          <p:nvPr/>
        </p:nvSpPr>
        <p:spPr>
          <a:xfrm>
            <a:off x="184175" y="3270875"/>
            <a:ext cx="11899800" cy="1015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IN" sz="1800">
                <a:solidFill>
                  <a:srgbClr val="3F3F3F"/>
                </a:solidFill>
                <a:latin typeface="Meiryo"/>
                <a:ea typeface="Meiryo"/>
                <a:cs typeface="Meiryo"/>
                <a:sym typeface="Meiryo"/>
              </a:rPr>
              <a:t>Since both COL1 and COL2 is visible.</a:t>
            </a:r>
            <a:r>
              <a:rPr lang="en-IN" sz="1100">
                <a:solidFill>
                  <a:schemeClr val="dk1"/>
                </a:solidFill>
              </a:rPr>
              <a:t> </a:t>
            </a:r>
            <a:r>
              <a:rPr lang="en-IN" sz="1800">
                <a:solidFill>
                  <a:schemeClr val="dk1"/>
                </a:solidFill>
                <a:latin typeface="Times New Roman"/>
                <a:ea typeface="Times New Roman"/>
                <a:cs typeface="Times New Roman"/>
                <a:sym typeface="Times New Roman"/>
              </a:rPr>
              <a:t>That means a </a:t>
            </a:r>
            <a:r>
              <a:rPr b="1" lang="en-IN" sz="1800">
                <a:solidFill>
                  <a:schemeClr val="dk1"/>
                </a:solidFill>
                <a:latin typeface="Times New Roman"/>
                <a:ea typeface="Times New Roman"/>
                <a:cs typeface="Times New Roman"/>
                <a:sym typeface="Times New Roman"/>
              </a:rPr>
              <a:t>2‑column UNION</a:t>
            </a:r>
            <a:r>
              <a:rPr lang="en-IN" sz="1800">
                <a:solidFill>
                  <a:schemeClr val="dk1"/>
                </a:solidFill>
                <a:latin typeface="Times New Roman"/>
                <a:ea typeface="Times New Roman"/>
                <a:cs typeface="Times New Roman"/>
                <a:sym typeface="Times New Roman"/>
              </a:rPr>
              <a:t> maps directly to the two visible fields (First name / Surname). You can now make the DB return whatever values you want in those two visible spots. So now we can show </a:t>
            </a:r>
            <a:r>
              <a:rPr lang="en-IN" sz="1800">
                <a:solidFill>
                  <a:schemeClr val="dk1"/>
                </a:solidFill>
                <a:latin typeface="Times New Roman"/>
                <a:ea typeface="Times New Roman"/>
                <a:cs typeface="Times New Roman"/>
                <a:sym typeface="Times New Roman"/>
              </a:rPr>
              <a:t>database</a:t>
            </a:r>
            <a:r>
              <a:rPr lang="en-IN" sz="1800">
                <a:solidFill>
                  <a:schemeClr val="dk1"/>
                </a:solidFill>
                <a:latin typeface="Times New Roman"/>
                <a:ea typeface="Times New Roman"/>
                <a:cs typeface="Times New Roman"/>
                <a:sym typeface="Times New Roman"/>
              </a:rPr>
              <a:t> user and database name</a:t>
            </a:r>
            <a:endParaRPr sz="1800">
              <a:solidFill>
                <a:srgbClr val="3F3F3F"/>
              </a:solidFill>
              <a:latin typeface="Times New Roman"/>
              <a:ea typeface="Times New Roman"/>
              <a:cs typeface="Times New Roman"/>
              <a:sym typeface="Times New Roman"/>
            </a:endParaRPr>
          </a:p>
        </p:txBody>
      </p:sp>
      <p:pic>
        <p:nvPicPr>
          <p:cNvPr id="276" name="Google Shape;276;g39484645258_0_111" title="Screenshot 2025-10-14 at 7.32.33 PM.png"/>
          <p:cNvPicPr preferRelativeResize="0"/>
          <p:nvPr/>
        </p:nvPicPr>
        <p:blipFill>
          <a:blip r:embed="rId4">
            <a:alphaModFix/>
          </a:blip>
          <a:stretch>
            <a:fillRect/>
          </a:stretch>
        </p:blipFill>
        <p:spPr>
          <a:xfrm>
            <a:off x="248775" y="4201683"/>
            <a:ext cx="10503997" cy="2610218"/>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1" name="Shape 281"/>
        <p:cNvGrpSpPr/>
        <p:nvPr/>
      </p:nvGrpSpPr>
      <p:grpSpPr>
        <a:xfrm>
          <a:off x="0" y="0"/>
          <a:ext cx="0" cy="0"/>
          <a:chOff x="0" y="0"/>
          <a:chExt cx="0" cy="0"/>
        </a:xfrm>
      </p:grpSpPr>
      <p:sp>
        <p:nvSpPr>
          <p:cNvPr id="282" name="Google Shape;282;g39484645258_0_121"/>
          <p:cNvSpPr txBox="1"/>
          <p:nvPr/>
        </p:nvSpPr>
        <p:spPr>
          <a:xfrm>
            <a:off x="229350" y="287075"/>
            <a:ext cx="10987200" cy="1293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lang="en-IN" sz="1800">
                <a:solidFill>
                  <a:srgbClr val="3F3F3F"/>
                </a:solidFill>
                <a:latin typeface="Meiryo"/>
                <a:ea typeface="Meiryo"/>
                <a:cs typeface="Meiryo"/>
                <a:sym typeface="Meiryo"/>
              </a:rPr>
              <a:t>Next thing we will try is to pull username &amp; password from users table (manual attempt)</a:t>
            </a:r>
            <a:endParaRPr sz="1800">
              <a:solidFill>
                <a:srgbClr val="3F3F3F"/>
              </a:solidFill>
              <a:latin typeface="Meiryo"/>
              <a:ea typeface="Meiryo"/>
              <a:cs typeface="Meiryo"/>
              <a:sym typeface="Meiryo"/>
            </a:endParaRPr>
          </a:p>
          <a:p>
            <a:pPr indent="0" lvl="0" marL="0" rtl="0" algn="l">
              <a:spcBef>
                <a:spcPts val="0"/>
              </a:spcBef>
              <a:spcAft>
                <a:spcPts val="0"/>
              </a:spcAft>
              <a:buClr>
                <a:schemeClr val="dk1"/>
              </a:buClr>
              <a:buSzPts val="1100"/>
              <a:buFont typeface="Arial"/>
              <a:buNone/>
            </a:pPr>
            <a:r>
              <a:t/>
            </a:r>
            <a:endParaRPr sz="1800">
              <a:solidFill>
                <a:srgbClr val="3F3F3F"/>
              </a:solidFill>
              <a:latin typeface="Meiryo"/>
              <a:ea typeface="Meiryo"/>
              <a:cs typeface="Meiryo"/>
              <a:sym typeface="Meiryo"/>
            </a:endParaRPr>
          </a:p>
          <a:p>
            <a:pPr indent="0" lvl="0" marL="0" rtl="0" algn="l">
              <a:spcBef>
                <a:spcPts val="0"/>
              </a:spcBef>
              <a:spcAft>
                <a:spcPts val="0"/>
              </a:spcAft>
              <a:buClr>
                <a:schemeClr val="dk1"/>
              </a:buClr>
              <a:buSzPts val="1100"/>
              <a:buFont typeface="Arial"/>
              <a:buNone/>
            </a:pPr>
            <a:r>
              <a:rPr lang="en-IN" sz="1800">
                <a:solidFill>
                  <a:srgbClr val="3F3F3F"/>
                </a:solidFill>
                <a:latin typeface="Meiryo"/>
                <a:ea typeface="Meiryo"/>
                <a:cs typeface="Meiryo"/>
                <a:sym typeface="Meiryo"/>
              </a:rPr>
              <a:t>If DVWA’s DB has a users table (it usually does), try returning username and password directly:</a:t>
            </a:r>
            <a:endParaRPr sz="1800">
              <a:solidFill>
                <a:srgbClr val="3F3F3F"/>
              </a:solidFill>
              <a:latin typeface="Meiryo"/>
              <a:ea typeface="Meiryo"/>
              <a:cs typeface="Meiryo"/>
              <a:sym typeface="Meiryo"/>
            </a:endParaRPr>
          </a:p>
          <a:p>
            <a:pPr indent="0" lvl="0" marL="0" rtl="0" algn="l">
              <a:spcBef>
                <a:spcPts val="0"/>
              </a:spcBef>
              <a:spcAft>
                <a:spcPts val="0"/>
              </a:spcAft>
              <a:buNone/>
            </a:pPr>
            <a:r>
              <a:t/>
            </a:r>
            <a:endParaRPr sz="1800">
              <a:solidFill>
                <a:srgbClr val="3F3F3F"/>
              </a:solidFill>
              <a:latin typeface="Meiryo"/>
              <a:ea typeface="Meiryo"/>
              <a:cs typeface="Meiryo"/>
              <a:sym typeface="Meiryo"/>
            </a:endParaRPr>
          </a:p>
        </p:txBody>
      </p:sp>
      <p:pic>
        <p:nvPicPr>
          <p:cNvPr id="283" name="Google Shape;283;g39484645258_0_121" title="Screenshot 2025-10-14 at 7.35.42 PM.png"/>
          <p:cNvPicPr preferRelativeResize="0"/>
          <p:nvPr/>
        </p:nvPicPr>
        <p:blipFill>
          <a:blip r:embed="rId3">
            <a:alphaModFix/>
          </a:blip>
          <a:stretch>
            <a:fillRect/>
          </a:stretch>
        </p:blipFill>
        <p:spPr>
          <a:xfrm>
            <a:off x="152400" y="1461400"/>
            <a:ext cx="11887201" cy="3488383"/>
          </a:xfrm>
          <a:prstGeom prst="rect">
            <a:avLst/>
          </a:prstGeom>
          <a:noFill/>
          <a:ln>
            <a:noFill/>
          </a:ln>
        </p:spPr>
      </p:pic>
      <p:sp>
        <p:nvSpPr>
          <p:cNvPr id="284" name="Google Shape;284;g39484645258_0_121"/>
          <p:cNvSpPr txBox="1"/>
          <p:nvPr/>
        </p:nvSpPr>
        <p:spPr>
          <a:xfrm>
            <a:off x="152400" y="5139200"/>
            <a:ext cx="11778000" cy="1354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IN" sz="1800">
                <a:solidFill>
                  <a:srgbClr val="3F3F3F"/>
                </a:solidFill>
                <a:latin typeface="Meiryo"/>
                <a:ea typeface="Meiryo"/>
                <a:cs typeface="Meiryo"/>
                <a:sym typeface="Meiryo"/>
              </a:rPr>
              <a:t>Since this didn’t work we will try a different approach that is, </a:t>
            </a:r>
            <a:r>
              <a:rPr lang="en-IN" sz="1800">
                <a:solidFill>
                  <a:schemeClr val="dk1"/>
                </a:solidFill>
                <a:latin typeface="Times New Roman"/>
                <a:ea typeface="Times New Roman"/>
                <a:cs typeface="Times New Roman"/>
                <a:sym typeface="Times New Roman"/>
              </a:rPr>
              <a:t>Sometimes </a:t>
            </a:r>
            <a:r>
              <a:rPr lang="en-IN" sz="1800">
                <a:solidFill>
                  <a:srgbClr val="188038"/>
                </a:solidFill>
                <a:latin typeface="Times New Roman"/>
                <a:ea typeface="Times New Roman"/>
                <a:cs typeface="Times New Roman"/>
                <a:sym typeface="Times New Roman"/>
              </a:rPr>
              <a:t>username/password</a:t>
            </a:r>
            <a:r>
              <a:rPr lang="en-IN" sz="1800">
                <a:solidFill>
                  <a:schemeClr val="dk1"/>
                </a:solidFill>
                <a:latin typeface="Times New Roman"/>
                <a:ea typeface="Times New Roman"/>
                <a:cs typeface="Times New Roman"/>
                <a:sym typeface="Times New Roman"/>
              </a:rPr>
              <a:t> types or how values are rendered causes problems. Put both into a single visible column with </a:t>
            </a:r>
            <a:r>
              <a:rPr lang="en-IN" sz="1800">
                <a:solidFill>
                  <a:srgbClr val="188038"/>
                </a:solidFill>
                <a:latin typeface="Times New Roman"/>
                <a:ea typeface="Times New Roman"/>
                <a:cs typeface="Times New Roman"/>
                <a:sym typeface="Times New Roman"/>
              </a:rPr>
              <a:t>CONCAT</a:t>
            </a:r>
            <a:r>
              <a:rPr lang="en-IN" sz="1800">
                <a:solidFill>
                  <a:schemeClr val="dk1"/>
                </a:solidFill>
                <a:latin typeface="Times New Roman"/>
                <a:ea typeface="Times New Roman"/>
                <a:cs typeface="Times New Roman"/>
                <a:sym typeface="Times New Roman"/>
              </a:rPr>
              <a:t>:</a:t>
            </a:r>
            <a:r>
              <a:rPr lang="en-IN" sz="1800">
                <a:solidFill>
                  <a:srgbClr val="3F3F3F"/>
                </a:solidFill>
                <a:latin typeface="Times New Roman"/>
                <a:ea typeface="Times New Roman"/>
                <a:cs typeface="Times New Roman"/>
                <a:sym typeface="Times New Roman"/>
              </a:rPr>
              <a:t> </a:t>
            </a:r>
            <a:endParaRPr sz="1800">
              <a:solidFill>
                <a:srgbClr val="3F3F3F"/>
              </a:solidFill>
              <a:latin typeface="Times New Roman"/>
              <a:ea typeface="Times New Roman"/>
              <a:cs typeface="Times New Roman"/>
              <a:sym typeface="Times New Roman"/>
            </a:endParaRPr>
          </a:p>
          <a:p>
            <a:pPr indent="0" lvl="0" marL="0" rtl="0" algn="l">
              <a:spcBef>
                <a:spcPts val="0"/>
              </a:spcBef>
              <a:spcAft>
                <a:spcPts val="0"/>
              </a:spcAft>
              <a:buNone/>
            </a:pPr>
            <a:r>
              <a:t/>
            </a:r>
            <a:endParaRPr sz="1800">
              <a:solidFill>
                <a:srgbClr val="3F3F3F"/>
              </a:solidFill>
              <a:latin typeface="Times New Roman"/>
              <a:ea typeface="Times New Roman"/>
              <a:cs typeface="Times New Roman"/>
              <a:sym typeface="Times New Roman"/>
            </a:endParaRPr>
          </a:p>
          <a:p>
            <a:pPr indent="0" lvl="0" marL="0" rtl="0" algn="l">
              <a:spcBef>
                <a:spcPts val="0"/>
              </a:spcBef>
              <a:spcAft>
                <a:spcPts val="0"/>
              </a:spcAft>
              <a:buNone/>
            </a:pPr>
            <a:r>
              <a:rPr lang="en-IN" sz="1100">
                <a:solidFill>
                  <a:srgbClr val="188038"/>
                </a:solidFill>
                <a:latin typeface="Roboto Mono"/>
                <a:ea typeface="Roboto Mono"/>
                <a:cs typeface="Roboto Mono"/>
                <a:sym typeface="Roboto Mono"/>
              </a:rPr>
              <a:t>0x3a</a:t>
            </a:r>
            <a:r>
              <a:rPr lang="en-IN" sz="1100">
                <a:solidFill>
                  <a:schemeClr val="dk1"/>
                </a:solidFill>
              </a:rPr>
              <a:t> is </a:t>
            </a:r>
            <a:r>
              <a:rPr lang="en-IN" sz="1100">
                <a:solidFill>
                  <a:srgbClr val="188038"/>
                </a:solidFill>
                <a:latin typeface="Roboto Mono"/>
                <a:ea typeface="Roboto Mono"/>
                <a:cs typeface="Roboto Mono"/>
                <a:sym typeface="Roboto Mono"/>
              </a:rPr>
              <a:t>:</a:t>
            </a:r>
            <a:r>
              <a:rPr lang="en-IN" sz="1100">
                <a:solidFill>
                  <a:schemeClr val="dk1"/>
                </a:solidFill>
              </a:rPr>
              <a:t> — you'll see </a:t>
            </a:r>
            <a:r>
              <a:rPr lang="en-IN" sz="1100">
                <a:solidFill>
                  <a:srgbClr val="188038"/>
                </a:solidFill>
                <a:latin typeface="Roboto Mono"/>
                <a:ea typeface="Roboto Mono"/>
                <a:cs typeface="Roboto Mono"/>
                <a:sym typeface="Roboto Mono"/>
              </a:rPr>
              <a:t>username:password ( used in the next picture )</a:t>
            </a:r>
            <a:endParaRPr sz="1100">
              <a:solidFill>
                <a:srgbClr val="188038"/>
              </a:solidFill>
              <a:latin typeface="Roboto Mono"/>
              <a:ea typeface="Roboto Mono"/>
              <a:cs typeface="Roboto Mono"/>
              <a:sym typeface="Roboto Mono"/>
            </a:endParaRPr>
          </a:p>
          <a:p>
            <a:pPr indent="0" lvl="0" marL="0" rtl="0" algn="l">
              <a:spcBef>
                <a:spcPts val="0"/>
              </a:spcBef>
              <a:spcAft>
                <a:spcPts val="0"/>
              </a:spcAft>
              <a:buNone/>
            </a:pPr>
            <a:r>
              <a:t/>
            </a:r>
            <a:endParaRPr sz="1100">
              <a:solidFill>
                <a:srgbClr val="188038"/>
              </a:solidFill>
              <a:latin typeface="Roboto Mono"/>
              <a:ea typeface="Roboto Mono"/>
              <a:cs typeface="Roboto Mono"/>
              <a:sym typeface="Roboto Mono"/>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9" name="Shape 289"/>
        <p:cNvGrpSpPr/>
        <p:nvPr/>
      </p:nvGrpSpPr>
      <p:grpSpPr>
        <a:xfrm>
          <a:off x="0" y="0"/>
          <a:ext cx="0" cy="0"/>
          <a:chOff x="0" y="0"/>
          <a:chExt cx="0" cy="0"/>
        </a:xfrm>
      </p:grpSpPr>
      <p:pic>
        <p:nvPicPr>
          <p:cNvPr id="290" name="Google Shape;290;g39484645258_0_132" title="Screenshot 2025-10-14 at 8.50.16 PM.png"/>
          <p:cNvPicPr preferRelativeResize="0"/>
          <p:nvPr/>
        </p:nvPicPr>
        <p:blipFill>
          <a:blip r:embed="rId3">
            <a:alphaModFix/>
          </a:blip>
          <a:stretch>
            <a:fillRect/>
          </a:stretch>
        </p:blipFill>
        <p:spPr>
          <a:xfrm>
            <a:off x="152400" y="152400"/>
            <a:ext cx="11887201" cy="4875610"/>
          </a:xfrm>
          <a:prstGeom prst="rect">
            <a:avLst/>
          </a:prstGeom>
          <a:noFill/>
          <a:ln>
            <a:noFill/>
          </a:ln>
        </p:spPr>
      </p:pic>
      <p:sp>
        <p:nvSpPr>
          <p:cNvPr id="291" name="Google Shape;291;g39484645258_0_132"/>
          <p:cNvSpPr txBox="1"/>
          <p:nvPr/>
        </p:nvSpPr>
        <p:spPr>
          <a:xfrm>
            <a:off x="184175" y="5283750"/>
            <a:ext cx="117102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IN" sz="1800">
                <a:solidFill>
                  <a:srgbClr val="3F3F3F"/>
                </a:solidFill>
                <a:latin typeface="Meiryo"/>
                <a:ea typeface="Meiryo"/>
                <a:cs typeface="Meiryo"/>
                <a:sym typeface="Meiryo"/>
              </a:rPr>
              <a:t>This also didn’t work since username column doesn’t exist so now we have to find the column name first.</a:t>
            </a:r>
            <a:endParaRPr sz="1800">
              <a:solidFill>
                <a:srgbClr val="3F3F3F"/>
              </a:solidFill>
              <a:latin typeface="Meiryo"/>
              <a:ea typeface="Meiryo"/>
              <a:cs typeface="Meiryo"/>
              <a:sym typeface="Meiryo"/>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6" name="Shape 296"/>
        <p:cNvGrpSpPr/>
        <p:nvPr/>
      </p:nvGrpSpPr>
      <p:grpSpPr>
        <a:xfrm>
          <a:off x="0" y="0"/>
          <a:ext cx="0" cy="0"/>
          <a:chOff x="0" y="0"/>
          <a:chExt cx="0" cy="0"/>
        </a:xfrm>
      </p:grpSpPr>
      <p:sp>
        <p:nvSpPr>
          <p:cNvPr id="297" name="Google Shape;297;g39484645258_0_138"/>
          <p:cNvSpPr txBox="1"/>
          <p:nvPr/>
        </p:nvSpPr>
        <p:spPr>
          <a:xfrm>
            <a:off x="0" y="0"/>
            <a:ext cx="11921400" cy="831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IN"/>
              <a:t>2) Enumerate table names (use information_schema) — list a few table names</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pic>
        <p:nvPicPr>
          <p:cNvPr id="298" name="Google Shape;298;g39484645258_0_138" title="Screenshot 2025-10-14 at 10.16.46 PM.png"/>
          <p:cNvPicPr preferRelativeResize="0"/>
          <p:nvPr/>
        </p:nvPicPr>
        <p:blipFill>
          <a:blip r:embed="rId3">
            <a:alphaModFix/>
          </a:blip>
          <a:stretch>
            <a:fillRect/>
          </a:stretch>
        </p:blipFill>
        <p:spPr>
          <a:xfrm>
            <a:off x="152400" y="983700"/>
            <a:ext cx="9914086" cy="5721899"/>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3" name="Shape 303"/>
        <p:cNvGrpSpPr/>
        <p:nvPr/>
      </p:nvGrpSpPr>
      <p:grpSpPr>
        <a:xfrm>
          <a:off x="0" y="0"/>
          <a:ext cx="0" cy="0"/>
          <a:chOff x="0" y="0"/>
          <a:chExt cx="0" cy="0"/>
        </a:xfrm>
      </p:grpSpPr>
      <p:pic>
        <p:nvPicPr>
          <p:cNvPr id="304" name="Google Shape;304;g39484645258_0_154" title="Screenshot 2025-10-14 at 10.19.39 PM.png"/>
          <p:cNvPicPr preferRelativeResize="0"/>
          <p:nvPr/>
        </p:nvPicPr>
        <p:blipFill>
          <a:blip r:embed="rId3">
            <a:alphaModFix/>
          </a:blip>
          <a:stretch>
            <a:fillRect/>
          </a:stretch>
        </p:blipFill>
        <p:spPr>
          <a:xfrm>
            <a:off x="807598" y="758225"/>
            <a:ext cx="10155224" cy="5721476"/>
          </a:xfrm>
          <a:prstGeom prst="rect">
            <a:avLst/>
          </a:prstGeom>
          <a:noFill/>
          <a:ln>
            <a:noFill/>
          </a:ln>
        </p:spPr>
      </p:pic>
      <p:sp>
        <p:nvSpPr>
          <p:cNvPr id="305" name="Google Shape;305;g39484645258_0_154"/>
          <p:cNvSpPr txBox="1"/>
          <p:nvPr/>
        </p:nvSpPr>
        <p:spPr>
          <a:xfrm>
            <a:off x="907025" y="241900"/>
            <a:ext cx="97131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IN" sz="1800">
                <a:solidFill>
                  <a:srgbClr val="3F3F3F"/>
                </a:solidFill>
                <a:latin typeface="Meiryo"/>
                <a:ea typeface="Meiryo"/>
                <a:cs typeface="Meiryo"/>
                <a:sym typeface="Meiryo"/>
              </a:rPr>
              <a:t>The </a:t>
            </a:r>
            <a:r>
              <a:rPr lang="en-IN" sz="1800">
                <a:solidFill>
                  <a:srgbClr val="3F3F3F"/>
                </a:solidFill>
                <a:latin typeface="Meiryo"/>
                <a:ea typeface="Meiryo"/>
                <a:cs typeface="Meiryo"/>
                <a:sym typeface="Meiryo"/>
              </a:rPr>
              <a:t>explanation</a:t>
            </a:r>
            <a:r>
              <a:rPr lang="en-IN" sz="1800">
                <a:solidFill>
                  <a:srgbClr val="3F3F3F"/>
                </a:solidFill>
                <a:latin typeface="Meiryo"/>
                <a:ea typeface="Meiryo"/>
                <a:cs typeface="Meiryo"/>
                <a:sym typeface="Meiryo"/>
              </a:rPr>
              <a:t> of the above code in readable format and how it fits in server sql</a:t>
            </a:r>
            <a:endParaRPr sz="1800">
              <a:solidFill>
                <a:srgbClr val="3F3F3F"/>
              </a:solidFill>
              <a:latin typeface="Meiryo"/>
              <a:ea typeface="Meiryo"/>
              <a:cs typeface="Meiryo"/>
              <a:sym typeface="Meiryo"/>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0" name="Shape 310"/>
        <p:cNvGrpSpPr/>
        <p:nvPr/>
      </p:nvGrpSpPr>
      <p:grpSpPr>
        <a:xfrm>
          <a:off x="0" y="0"/>
          <a:ext cx="0" cy="0"/>
          <a:chOff x="0" y="0"/>
          <a:chExt cx="0" cy="0"/>
        </a:xfrm>
      </p:grpSpPr>
      <p:sp>
        <p:nvSpPr>
          <p:cNvPr id="311" name="Google Shape;311;g39484645258_0_159"/>
          <p:cNvSpPr txBox="1"/>
          <p:nvPr/>
        </p:nvSpPr>
        <p:spPr>
          <a:xfrm>
            <a:off x="0" y="0"/>
            <a:ext cx="10548000" cy="6460800"/>
          </a:xfrm>
          <a:prstGeom prst="rect">
            <a:avLst/>
          </a:prstGeom>
          <a:noFill/>
          <a:ln>
            <a:noFill/>
          </a:ln>
        </p:spPr>
        <p:txBody>
          <a:bodyPr anchorCtr="0" anchor="t" bIns="91425" lIns="91425" spcFirstLastPara="1" rIns="91425" wrap="square" tIns="91425">
            <a:spAutoFit/>
          </a:bodyPr>
          <a:lstStyle/>
          <a:p>
            <a:pPr indent="-323850" lvl="0" marL="457200" rtl="0" algn="l">
              <a:lnSpc>
                <a:spcPct val="115000"/>
              </a:lnSpc>
              <a:spcBef>
                <a:spcPts val="1200"/>
              </a:spcBef>
              <a:spcAft>
                <a:spcPts val="0"/>
              </a:spcAft>
              <a:buClr>
                <a:schemeClr val="dk1"/>
              </a:buClr>
              <a:buSzPts val="1500"/>
              <a:buChar char="●"/>
            </a:pPr>
            <a:r>
              <a:rPr lang="en-IN" sz="1500">
                <a:solidFill>
                  <a:srgbClr val="188038"/>
                </a:solidFill>
                <a:latin typeface="Roboto Mono"/>
                <a:ea typeface="Roboto Mono"/>
                <a:cs typeface="Roboto Mono"/>
                <a:sym typeface="Roboto Mono"/>
              </a:rPr>
              <a:t>1'</a:t>
            </a:r>
            <a:br>
              <a:rPr lang="en-IN" sz="1500">
                <a:solidFill>
                  <a:srgbClr val="188038"/>
                </a:solidFill>
                <a:latin typeface="Roboto Mono"/>
                <a:ea typeface="Roboto Mono"/>
                <a:cs typeface="Roboto Mono"/>
                <a:sym typeface="Roboto Mono"/>
              </a:rPr>
            </a:br>
            <a:r>
              <a:rPr lang="en-IN" sz="1500">
                <a:solidFill>
                  <a:schemeClr val="dk1"/>
                </a:solidFill>
              </a:rPr>
              <a:t> Closes the server’s opening quote (breaks out of the intended string literal). This is the classic way to escape a quoted context.</a:t>
            </a:r>
            <a:br>
              <a:rPr lang="en-IN" sz="1500">
                <a:solidFill>
                  <a:schemeClr val="dk1"/>
                </a:solidFill>
              </a:rPr>
            </a:br>
            <a:endParaRPr sz="1500">
              <a:solidFill>
                <a:schemeClr val="dk1"/>
              </a:solidFill>
            </a:endParaRPr>
          </a:p>
          <a:p>
            <a:pPr indent="-323850" lvl="0" marL="457200" rtl="0" algn="l">
              <a:lnSpc>
                <a:spcPct val="115000"/>
              </a:lnSpc>
              <a:spcBef>
                <a:spcPts val="0"/>
              </a:spcBef>
              <a:spcAft>
                <a:spcPts val="0"/>
              </a:spcAft>
              <a:buClr>
                <a:schemeClr val="dk1"/>
              </a:buClr>
              <a:buSzPts val="1500"/>
              <a:buChar char="●"/>
            </a:pPr>
            <a:r>
              <a:rPr lang="en-IN" sz="1500">
                <a:solidFill>
                  <a:srgbClr val="188038"/>
                </a:solidFill>
                <a:latin typeface="Roboto Mono"/>
                <a:ea typeface="Roboto Mono"/>
                <a:cs typeface="Roboto Mono"/>
                <a:sym typeface="Roboto Mono"/>
              </a:rPr>
              <a:t>UNION SELECT table_name, NULL</a:t>
            </a:r>
            <a:br>
              <a:rPr lang="en-IN" sz="1500">
                <a:solidFill>
                  <a:srgbClr val="188038"/>
                </a:solidFill>
                <a:latin typeface="Roboto Mono"/>
                <a:ea typeface="Roboto Mono"/>
                <a:cs typeface="Roboto Mono"/>
                <a:sym typeface="Roboto Mono"/>
              </a:rPr>
            </a:br>
            <a:r>
              <a:rPr lang="en-IN" sz="1500">
                <a:solidFill>
                  <a:schemeClr val="dk1"/>
                </a:solidFill>
              </a:rPr>
              <a:t> Uses </a:t>
            </a:r>
            <a:r>
              <a:rPr lang="en-IN" sz="1500">
                <a:solidFill>
                  <a:srgbClr val="188038"/>
                </a:solidFill>
                <a:latin typeface="Roboto Mono"/>
                <a:ea typeface="Roboto Mono"/>
                <a:cs typeface="Roboto Mono"/>
                <a:sym typeface="Roboto Mono"/>
              </a:rPr>
              <a:t>UNION</a:t>
            </a:r>
            <a:r>
              <a:rPr lang="en-IN" sz="1500">
                <a:solidFill>
                  <a:schemeClr val="dk1"/>
                </a:solidFill>
              </a:rPr>
              <a:t> to combine results of the original SELECT with attacker-supplied rows. The attacker selects </a:t>
            </a:r>
            <a:r>
              <a:rPr lang="en-IN" sz="1500">
                <a:solidFill>
                  <a:srgbClr val="188038"/>
                </a:solidFill>
                <a:latin typeface="Roboto Mono"/>
                <a:ea typeface="Roboto Mono"/>
                <a:cs typeface="Roboto Mono"/>
                <a:sym typeface="Roboto Mono"/>
              </a:rPr>
              <a:t>table_name</a:t>
            </a:r>
            <a:r>
              <a:rPr lang="en-IN" sz="1500">
                <a:solidFill>
                  <a:schemeClr val="dk1"/>
                </a:solidFill>
              </a:rPr>
              <a:t> (first column) and </a:t>
            </a:r>
            <a:r>
              <a:rPr lang="en-IN" sz="1500">
                <a:solidFill>
                  <a:srgbClr val="188038"/>
                </a:solidFill>
                <a:latin typeface="Roboto Mono"/>
                <a:ea typeface="Roboto Mono"/>
                <a:cs typeface="Roboto Mono"/>
                <a:sym typeface="Roboto Mono"/>
              </a:rPr>
              <a:t>NULL</a:t>
            </a:r>
            <a:r>
              <a:rPr lang="en-IN" sz="1500">
                <a:solidFill>
                  <a:schemeClr val="dk1"/>
                </a:solidFill>
              </a:rPr>
              <a:t> (second column) so the injected SELECT returns </a:t>
            </a:r>
            <a:r>
              <a:rPr b="1" lang="en-IN" sz="1500">
                <a:solidFill>
                  <a:schemeClr val="dk1"/>
                </a:solidFill>
              </a:rPr>
              <a:t>two columns</a:t>
            </a:r>
            <a:r>
              <a:rPr lang="en-IN" sz="1500">
                <a:solidFill>
                  <a:schemeClr val="dk1"/>
                </a:solidFill>
              </a:rPr>
              <a:t>, matching the original </a:t>
            </a:r>
            <a:r>
              <a:rPr lang="en-IN" sz="1500">
                <a:solidFill>
                  <a:srgbClr val="188038"/>
                </a:solidFill>
                <a:latin typeface="Roboto Mono"/>
                <a:ea typeface="Roboto Mono"/>
                <a:cs typeface="Roboto Mono"/>
                <a:sym typeface="Roboto Mono"/>
              </a:rPr>
              <a:t>SELECT id, name</a:t>
            </a:r>
            <a:r>
              <a:rPr lang="en-IN" sz="1500">
                <a:solidFill>
                  <a:schemeClr val="dk1"/>
                </a:solidFill>
              </a:rPr>
              <a:t> which returns two columns. </a:t>
            </a:r>
            <a:r>
              <a:rPr lang="en-IN" sz="1500">
                <a:solidFill>
                  <a:srgbClr val="188038"/>
                </a:solidFill>
                <a:latin typeface="Roboto Mono"/>
                <a:ea typeface="Roboto Mono"/>
                <a:cs typeface="Roboto Mono"/>
                <a:sym typeface="Roboto Mono"/>
              </a:rPr>
              <a:t>NULL</a:t>
            </a:r>
            <a:r>
              <a:rPr lang="en-IN" sz="1500">
                <a:solidFill>
                  <a:schemeClr val="dk1"/>
                </a:solidFill>
              </a:rPr>
              <a:t> is a safe, type-agnostic placeholder.</a:t>
            </a:r>
            <a:br>
              <a:rPr lang="en-IN" sz="1500">
                <a:solidFill>
                  <a:schemeClr val="dk1"/>
                </a:solidFill>
              </a:rPr>
            </a:br>
            <a:endParaRPr sz="1500">
              <a:solidFill>
                <a:schemeClr val="dk1"/>
              </a:solidFill>
            </a:endParaRPr>
          </a:p>
          <a:p>
            <a:pPr indent="-323850" lvl="0" marL="457200" rtl="0" algn="l">
              <a:lnSpc>
                <a:spcPct val="115000"/>
              </a:lnSpc>
              <a:spcBef>
                <a:spcPts val="0"/>
              </a:spcBef>
              <a:spcAft>
                <a:spcPts val="0"/>
              </a:spcAft>
              <a:buClr>
                <a:schemeClr val="dk1"/>
              </a:buClr>
              <a:buSzPts val="1500"/>
              <a:buChar char="●"/>
            </a:pPr>
            <a:r>
              <a:rPr lang="en-IN" sz="1500">
                <a:solidFill>
                  <a:srgbClr val="188038"/>
                </a:solidFill>
                <a:latin typeface="Roboto Mono"/>
                <a:ea typeface="Roboto Mono"/>
                <a:cs typeface="Roboto Mono"/>
                <a:sym typeface="Roboto Mono"/>
              </a:rPr>
              <a:t>FROM information_schema.tables</a:t>
            </a:r>
            <a:br>
              <a:rPr lang="en-IN" sz="1500">
                <a:solidFill>
                  <a:srgbClr val="188038"/>
                </a:solidFill>
                <a:latin typeface="Roboto Mono"/>
                <a:ea typeface="Roboto Mono"/>
                <a:cs typeface="Roboto Mono"/>
                <a:sym typeface="Roboto Mono"/>
              </a:rPr>
            </a:br>
            <a:r>
              <a:rPr lang="en-IN" sz="1500">
                <a:solidFill>
                  <a:schemeClr val="dk1"/>
                </a:solidFill>
              </a:rPr>
              <a:t> </a:t>
            </a:r>
            <a:r>
              <a:rPr lang="en-IN" sz="1500">
                <a:solidFill>
                  <a:srgbClr val="188038"/>
                </a:solidFill>
                <a:latin typeface="Roboto Mono"/>
                <a:ea typeface="Roboto Mono"/>
                <a:cs typeface="Roboto Mono"/>
                <a:sym typeface="Roboto Mono"/>
              </a:rPr>
              <a:t>information_schema.tables</a:t>
            </a:r>
            <a:r>
              <a:rPr lang="en-IN" sz="1500">
                <a:solidFill>
                  <a:schemeClr val="dk1"/>
                </a:solidFill>
              </a:rPr>
              <a:t> is the standard metadata table in MySQL (and many RDBMS) that lists all tables in all schemas/databases. This lets the attacker enumerate table names.</a:t>
            </a:r>
            <a:br>
              <a:rPr lang="en-IN" sz="1500">
                <a:solidFill>
                  <a:schemeClr val="dk1"/>
                </a:solidFill>
              </a:rPr>
            </a:br>
            <a:endParaRPr sz="1500">
              <a:solidFill>
                <a:schemeClr val="dk1"/>
              </a:solidFill>
            </a:endParaRPr>
          </a:p>
          <a:p>
            <a:pPr indent="-323850" lvl="0" marL="457200" rtl="0" algn="l">
              <a:lnSpc>
                <a:spcPct val="115000"/>
              </a:lnSpc>
              <a:spcBef>
                <a:spcPts val="0"/>
              </a:spcBef>
              <a:spcAft>
                <a:spcPts val="0"/>
              </a:spcAft>
              <a:buClr>
                <a:schemeClr val="dk1"/>
              </a:buClr>
              <a:buSzPts val="1500"/>
              <a:buChar char="●"/>
            </a:pPr>
            <a:r>
              <a:rPr lang="en-IN" sz="1500">
                <a:solidFill>
                  <a:srgbClr val="188038"/>
                </a:solidFill>
                <a:latin typeface="Roboto Mono"/>
                <a:ea typeface="Roboto Mono"/>
                <a:cs typeface="Roboto Mono"/>
                <a:sym typeface="Roboto Mono"/>
              </a:rPr>
              <a:t>WHERE table_schema = database()</a:t>
            </a:r>
            <a:br>
              <a:rPr lang="en-IN" sz="1500">
                <a:solidFill>
                  <a:srgbClr val="188038"/>
                </a:solidFill>
                <a:latin typeface="Roboto Mono"/>
                <a:ea typeface="Roboto Mono"/>
                <a:cs typeface="Roboto Mono"/>
                <a:sym typeface="Roboto Mono"/>
              </a:rPr>
            </a:br>
            <a:r>
              <a:rPr lang="en-IN" sz="1500">
                <a:solidFill>
                  <a:schemeClr val="dk1"/>
                </a:solidFill>
              </a:rPr>
              <a:t> Filters rows to only those in the </a:t>
            </a:r>
            <a:r>
              <a:rPr b="1" lang="en-IN" sz="1500">
                <a:solidFill>
                  <a:schemeClr val="dk1"/>
                </a:solidFill>
              </a:rPr>
              <a:t>current database</a:t>
            </a:r>
            <a:r>
              <a:rPr lang="en-IN" sz="1500">
                <a:solidFill>
                  <a:schemeClr val="dk1"/>
                </a:solidFill>
              </a:rPr>
              <a:t>. </a:t>
            </a:r>
            <a:r>
              <a:rPr lang="en-IN" sz="1500">
                <a:solidFill>
                  <a:srgbClr val="188038"/>
                </a:solidFill>
                <a:latin typeface="Roboto Mono"/>
                <a:ea typeface="Roboto Mono"/>
                <a:cs typeface="Roboto Mono"/>
                <a:sym typeface="Roboto Mono"/>
              </a:rPr>
              <a:t>database()</a:t>
            </a:r>
            <a:r>
              <a:rPr lang="en-IN" sz="1500">
                <a:solidFill>
                  <a:schemeClr val="dk1"/>
                </a:solidFill>
              </a:rPr>
              <a:t> is a MySQL function that returns the current DB name; this prevents leaking tables from other schemas.</a:t>
            </a:r>
            <a:br>
              <a:rPr lang="en-IN" sz="1500">
                <a:solidFill>
                  <a:schemeClr val="dk1"/>
                </a:solidFill>
              </a:rPr>
            </a:br>
            <a:endParaRPr sz="1500">
              <a:solidFill>
                <a:schemeClr val="dk1"/>
              </a:solidFill>
            </a:endParaRPr>
          </a:p>
          <a:p>
            <a:pPr indent="-323850" lvl="0" marL="457200" rtl="0" algn="l">
              <a:lnSpc>
                <a:spcPct val="115000"/>
              </a:lnSpc>
              <a:spcBef>
                <a:spcPts val="0"/>
              </a:spcBef>
              <a:spcAft>
                <a:spcPts val="0"/>
              </a:spcAft>
              <a:buClr>
                <a:schemeClr val="dk1"/>
              </a:buClr>
              <a:buSzPts val="1500"/>
              <a:buChar char="●"/>
            </a:pPr>
            <a:r>
              <a:rPr lang="en-IN" sz="1500">
                <a:solidFill>
                  <a:srgbClr val="188038"/>
                </a:solidFill>
                <a:latin typeface="Roboto Mono"/>
                <a:ea typeface="Roboto Mono"/>
                <a:cs typeface="Roboto Mono"/>
                <a:sym typeface="Roboto Mono"/>
              </a:rPr>
              <a:t>LIMIT 0,10</a:t>
            </a:r>
            <a:br>
              <a:rPr lang="en-IN" sz="1500">
                <a:solidFill>
                  <a:srgbClr val="188038"/>
                </a:solidFill>
                <a:latin typeface="Roboto Mono"/>
                <a:ea typeface="Roboto Mono"/>
                <a:cs typeface="Roboto Mono"/>
                <a:sym typeface="Roboto Mono"/>
              </a:rPr>
            </a:br>
            <a:r>
              <a:rPr lang="en-IN" sz="1500">
                <a:solidFill>
                  <a:schemeClr val="dk1"/>
                </a:solidFill>
              </a:rPr>
              <a:t> Returns only the first 10 rows — useful to avoid huge output and to paginate extraction if needed.</a:t>
            </a:r>
            <a:br>
              <a:rPr lang="en-IN" sz="1500">
                <a:solidFill>
                  <a:schemeClr val="dk1"/>
                </a:solidFill>
              </a:rPr>
            </a:br>
            <a:endParaRPr sz="1500">
              <a:solidFill>
                <a:schemeClr val="dk1"/>
              </a:solidFill>
            </a:endParaRPr>
          </a:p>
          <a:p>
            <a:pPr indent="-298450" lvl="0" marL="457200" rtl="0" algn="l">
              <a:lnSpc>
                <a:spcPct val="115000"/>
              </a:lnSpc>
              <a:spcBef>
                <a:spcPts val="0"/>
              </a:spcBef>
              <a:spcAft>
                <a:spcPts val="0"/>
              </a:spcAft>
              <a:buClr>
                <a:schemeClr val="dk1"/>
              </a:buClr>
              <a:buSzPts val="1100"/>
              <a:buChar char="●"/>
            </a:pPr>
            <a:r>
              <a:rPr lang="en-IN" sz="1500">
                <a:solidFill>
                  <a:srgbClr val="188038"/>
                </a:solidFill>
                <a:latin typeface="Roboto Mono"/>
                <a:ea typeface="Roboto Mono"/>
                <a:cs typeface="Roboto Mono"/>
                <a:sym typeface="Roboto Mono"/>
              </a:rPr>
              <a:t>--</a:t>
            </a:r>
            <a:br>
              <a:rPr lang="en-IN" sz="1500">
                <a:solidFill>
                  <a:srgbClr val="188038"/>
                </a:solidFill>
                <a:latin typeface="Roboto Mono"/>
                <a:ea typeface="Roboto Mono"/>
                <a:cs typeface="Roboto Mono"/>
                <a:sym typeface="Roboto Mono"/>
              </a:rPr>
            </a:br>
            <a:r>
              <a:rPr lang="en-IN" sz="1500">
                <a:solidFill>
                  <a:srgbClr val="188038"/>
                </a:solidFill>
                <a:latin typeface="Roboto Mono"/>
                <a:ea typeface="Roboto Mono"/>
                <a:cs typeface="Roboto Mono"/>
                <a:sym typeface="Roboto Mono"/>
              </a:rPr>
              <a:t> </a:t>
            </a:r>
            <a:r>
              <a:rPr lang="en-IN" sz="1500">
                <a:solidFill>
                  <a:schemeClr val="dk1"/>
                </a:solidFill>
              </a:rPr>
              <a:t>MySQL single-line comment (dash-dash followed by space). It comments out the rest of the original query so any trailing syntax (like the closing </a:t>
            </a:r>
            <a:r>
              <a:rPr lang="en-IN" sz="1500">
                <a:solidFill>
                  <a:srgbClr val="188038"/>
                </a:solidFill>
                <a:latin typeface="Roboto Mono"/>
                <a:ea typeface="Roboto Mono"/>
                <a:cs typeface="Roboto Mono"/>
                <a:sym typeface="Roboto Mono"/>
              </a:rPr>
              <a:t>'</a:t>
            </a:r>
            <a:r>
              <a:rPr lang="en-IN" sz="1500">
                <a:solidFill>
                  <a:schemeClr val="dk1"/>
                </a:solidFill>
              </a:rPr>
              <a:t> or additional clauses the app appends) won’t break the injection.</a:t>
            </a:r>
            <a:br>
              <a:rPr lang="en-IN" sz="1100">
                <a:solidFill>
                  <a:schemeClr val="dk1"/>
                </a:solidFill>
              </a:rPr>
            </a:br>
            <a:endParaRPr sz="1100">
              <a:solidFill>
                <a:schemeClr val="dk1"/>
              </a:solidFill>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6" name="Shape 316"/>
        <p:cNvGrpSpPr/>
        <p:nvPr/>
      </p:nvGrpSpPr>
      <p:grpSpPr>
        <a:xfrm>
          <a:off x="0" y="0"/>
          <a:ext cx="0" cy="0"/>
          <a:chOff x="0" y="0"/>
          <a:chExt cx="0" cy="0"/>
        </a:xfrm>
      </p:grpSpPr>
      <p:sp>
        <p:nvSpPr>
          <p:cNvPr id="317" name="Google Shape;317;g39484645258_0_146"/>
          <p:cNvSpPr txBox="1"/>
          <p:nvPr/>
        </p:nvSpPr>
        <p:spPr>
          <a:xfrm>
            <a:off x="0" y="0"/>
            <a:ext cx="12002700" cy="1954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IN" sz="1500">
                <a:solidFill>
                  <a:schemeClr val="dk1"/>
                </a:solidFill>
              </a:rPr>
              <a:t>We found </a:t>
            </a:r>
            <a:r>
              <a:rPr lang="en-IN" sz="1500">
                <a:solidFill>
                  <a:schemeClr val="dk1"/>
                </a:solidFill>
              </a:rPr>
              <a:t>two real tables: </a:t>
            </a:r>
            <a:r>
              <a:rPr b="1" lang="en-IN" sz="1500">
                <a:solidFill>
                  <a:schemeClr val="dk1"/>
                </a:solidFill>
              </a:rPr>
              <a:t>guestbook</a:t>
            </a:r>
            <a:r>
              <a:rPr lang="en-IN" sz="1500">
                <a:solidFill>
                  <a:schemeClr val="dk1"/>
                </a:solidFill>
              </a:rPr>
              <a:t> and </a:t>
            </a:r>
            <a:r>
              <a:rPr b="1" lang="en-IN" sz="1500">
                <a:solidFill>
                  <a:schemeClr val="dk1"/>
                </a:solidFill>
              </a:rPr>
              <a:t>users</a:t>
            </a:r>
            <a:r>
              <a:rPr lang="en-IN" sz="1500">
                <a:solidFill>
                  <a:schemeClr val="dk1"/>
                </a:solidFill>
              </a:rPr>
              <a:t>. Next step: list the columns for the </a:t>
            </a:r>
            <a:r>
              <a:rPr lang="en-IN" sz="1500">
                <a:solidFill>
                  <a:srgbClr val="188038"/>
                </a:solidFill>
                <a:latin typeface="Roboto Mono"/>
                <a:ea typeface="Roboto Mono"/>
                <a:cs typeface="Roboto Mono"/>
                <a:sym typeface="Roboto Mono"/>
              </a:rPr>
              <a:t>users</a:t>
            </a:r>
            <a:r>
              <a:rPr lang="en-IN" sz="1500">
                <a:solidFill>
                  <a:schemeClr val="dk1"/>
                </a:solidFill>
              </a:rPr>
              <a:t> table, then extract the username/password values.</a:t>
            </a:r>
            <a:endParaRPr sz="1500">
              <a:solidFill>
                <a:schemeClr val="dk1"/>
              </a:solidFill>
            </a:endParaRPr>
          </a:p>
          <a:p>
            <a:pPr indent="0" lvl="0" marL="0" rtl="0" algn="l">
              <a:spcBef>
                <a:spcPts val="0"/>
              </a:spcBef>
              <a:spcAft>
                <a:spcPts val="0"/>
              </a:spcAft>
              <a:buNone/>
            </a:pPr>
            <a:r>
              <a:t/>
            </a:r>
            <a:endParaRPr sz="1500">
              <a:solidFill>
                <a:schemeClr val="dk1"/>
              </a:solidFill>
            </a:endParaRPr>
          </a:p>
          <a:p>
            <a:pPr indent="0" lvl="0" marL="0" rtl="0" algn="l">
              <a:spcBef>
                <a:spcPts val="0"/>
              </a:spcBef>
              <a:spcAft>
                <a:spcPts val="0"/>
              </a:spcAft>
              <a:buNone/>
            </a:pPr>
            <a:r>
              <a:rPr lang="en-IN">
                <a:solidFill>
                  <a:schemeClr val="dk1"/>
                </a:solidFill>
              </a:rPr>
              <a:t>Use </a:t>
            </a:r>
            <a:r>
              <a:rPr lang="en-IN">
                <a:solidFill>
                  <a:srgbClr val="188038"/>
                </a:solidFill>
                <a:latin typeface="Roboto Mono"/>
                <a:ea typeface="Roboto Mono"/>
                <a:cs typeface="Roboto Mono"/>
                <a:sym typeface="Roboto Mono"/>
              </a:rPr>
              <a:t>information_schema.columns</a:t>
            </a:r>
            <a:r>
              <a:rPr lang="en-IN">
                <a:solidFill>
                  <a:schemeClr val="dk1"/>
                </a:solidFill>
              </a:rPr>
              <a:t> to list columns for the </a:t>
            </a:r>
            <a:r>
              <a:rPr lang="en-IN">
                <a:solidFill>
                  <a:srgbClr val="188038"/>
                </a:solidFill>
                <a:latin typeface="Roboto Mono"/>
                <a:ea typeface="Roboto Mono"/>
                <a:cs typeface="Roboto Mono"/>
                <a:sym typeface="Roboto Mono"/>
              </a:rPr>
              <a:t>users</a:t>
            </a:r>
            <a:r>
              <a:rPr lang="en-IN">
                <a:solidFill>
                  <a:schemeClr val="dk1"/>
                </a:solidFill>
              </a:rPr>
              <a:t> table:</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IN">
                <a:solidFill>
                  <a:schemeClr val="dk1"/>
                </a:solidFill>
              </a:rPr>
              <a:t>The code that will be written in id is: ?id=1' UNION SELECT column_name,NULL FROM information_schema.columns WHERE table_name='users' AND table_schema=database() LIMIT 0,50 -- &amp;Submit=Submit. </a:t>
            </a:r>
            <a:endParaRPr>
              <a:solidFill>
                <a:schemeClr val="dk1"/>
              </a:solidFill>
            </a:endParaRPr>
          </a:p>
          <a:p>
            <a:pPr indent="0" lvl="0" marL="0" rtl="0" algn="l">
              <a:spcBef>
                <a:spcPts val="0"/>
              </a:spcBef>
              <a:spcAft>
                <a:spcPts val="0"/>
              </a:spcAft>
              <a:buNone/>
            </a:pPr>
            <a:r>
              <a:t/>
            </a:r>
            <a:endParaRPr>
              <a:solidFill>
                <a:schemeClr val="dk1"/>
              </a:solidFill>
            </a:endParaRPr>
          </a:p>
        </p:txBody>
      </p:sp>
      <p:pic>
        <p:nvPicPr>
          <p:cNvPr id="318" name="Google Shape;318;g39484645258_0_146" title="Screenshot 2025-10-14 at 10.44.20 PM.png"/>
          <p:cNvPicPr preferRelativeResize="0"/>
          <p:nvPr/>
        </p:nvPicPr>
        <p:blipFill>
          <a:blip r:embed="rId3">
            <a:alphaModFix/>
          </a:blip>
          <a:stretch>
            <a:fillRect/>
          </a:stretch>
        </p:blipFill>
        <p:spPr>
          <a:xfrm>
            <a:off x="152400" y="1997325"/>
            <a:ext cx="11887201" cy="2472631"/>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3" name="Shape 323"/>
        <p:cNvGrpSpPr/>
        <p:nvPr/>
      </p:nvGrpSpPr>
      <p:grpSpPr>
        <a:xfrm>
          <a:off x="0" y="0"/>
          <a:ext cx="0" cy="0"/>
          <a:chOff x="0" y="0"/>
          <a:chExt cx="0" cy="0"/>
        </a:xfrm>
      </p:grpSpPr>
      <p:pic>
        <p:nvPicPr>
          <p:cNvPr id="324" name="Google Shape;324;g39484645258_0_170" title="Screenshot 2025-10-14 at 10.45.21 PM.png"/>
          <p:cNvPicPr preferRelativeResize="0"/>
          <p:nvPr/>
        </p:nvPicPr>
        <p:blipFill>
          <a:blip r:embed="rId3">
            <a:alphaModFix/>
          </a:blip>
          <a:stretch>
            <a:fillRect/>
          </a:stretch>
        </p:blipFill>
        <p:spPr>
          <a:xfrm>
            <a:off x="152400" y="152400"/>
            <a:ext cx="9802629" cy="6553199"/>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9" name="Shape 329"/>
        <p:cNvGrpSpPr/>
        <p:nvPr/>
      </p:nvGrpSpPr>
      <p:grpSpPr>
        <a:xfrm>
          <a:off x="0" y="0"/>
          <a:ext cx="0" cy="0"/>
          <a:chOff x="0" y="0"/>
          <a:chExt cx="0" cy="0"/>
        </a:xfrm>
      </p:grpSpPr>
      <p:sp>
        <p:nvSpPr>
          <p:cNvPr id="330" name="Google Shape;330;g39484645258_0_175"/>
          <p:cNvSpPr txBox="1"/>
          <p:nvPr/>
        </p:nvSpPr>
        <p:spPr>
          <a:xfrm>
            <a:off x="238375" y="241900"/>
            <a:ext cx="11710200" cy="184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IN" sz="1800">
                <a:solidFill>
                  <a:srgbClr val="3F3F3F"/>
                </a:solidFill>
                <a:latin typeface="Meiryo"/>
                <a:ea typeface="Meiryo"/>
                <a:cs typeface="Meiryo"/>
                <a:sym typeface="Meiryo"/>
              </a:rPr>
              <a:t>Since we have all the columns listed now, we will try to extract the user and password.</a:t>
            </a:r>
            <a:endParaRPr sz="1800">
              <a:solidFill>
                <a:srgbClr val="3F3F3F"/>
              </a:solidFill>
              <a:latin typeface="Meiryo"/>
              <a:ea typeface="Meiryo"/>
              <a:cs typeface="Meiryo"/>
              <a:sym typeface="Meiryo"/>
            </a:endParaRPr>
          </a:p>
          <a:p>
            <a:pPr indent="0" lvl="0" marL="0" rtl="0" algn="l">
              <a:spcBef>
                <a:spcPts val="0"/>
              </a:spcBef>
              <a:spcAft>
                <a:spcPts val="0"/>
              </a:spcAft>
              <a:buNone/>
            </a:pPr>
            <a:r>
              <a:t/>
            </a:r>
            <a:endParaRPr sz="1800">
              <a:solidFill>
                <a:srgbClr val="3F3F3F"/>
              </a:solidFill>
              <a:latin typeface="Meiryo"/>
              <a:ea typeface="Meiryo"/>
              <a:cs typeface="Meiryo"/>
              <a:sym typeface="Meiryo"/>
            </a:endParaRPr>
          </a:p>
          <a:p>
            <a:pPr indent="0" lvl="0" marL="0" rtl="0" algn="l">
              <a:spcBef>
                <a:spcPts val="0"/>
              </a:spcBef>
              <a:spcAft>
                <a:spcPts val="0"/>
              </a:spcAft>
              <a:buClr>
                <a:schemeClr val="dk1"/>
              </a:buClr>
              <a:buSzPts val="1100"/>
              <a:buFont typeface="Arial"/>
              <a:buNone/>
            </a:pPr>
            <a:r>
              <a:rPr lang="en-IN" sz="1800">
                <a:solidFill>
                  <a:srgbClr val="3F3F3F"/>
                </a:solidFill>
                <a:latin typeface="Meiryo"/>
                <a:ea typeface="Meiryo"/>
                <a:cs typeface="Meiryo"/>
                <a:sym typeface="Meiryo"/>
              </a:rPr>
              <a:t>The human readable code is : 1' UNION SELECT CONCAT(`user`,0x3a,`password`), NULL FROM users LIMIT 0,10 -- </a:t>
            </a:r>
            <a:endParaRPr sz="1800">
              <a:solidFill>
                <a:srgbClr val="3F3F3F"/>
              </a:solidFill>
              <a:latin typeface="Meiryo"/>
              <a:ea typeface="Meiryo"/>
              <a:cs typeface="Meiryo"/>
              <a:sym typeface="Meiryo"/>
            </a:endParaRPr>
          </a:p>
          <a:p>
            <a:pPr indent="0" lvl="0" marL="0" rtl="0" algn="l">
              <a:spcBef>
                <a:spcPts val="0"/>
              </a:spcBef>
              <a:spcAft>
                <a:spcPts val="0"/>
              </a:spcAft>
              <a:buNone/>
            </a:pPr>
            <a:r>
              <a:t/>
            </a:r>
            <a:endParaRPr sz="1800">
              <a:solidFill>
                <a:srgbClr val="3F3F3F"/>
              </a:solidFill>
              <a:latin typeface="Meiryo"/>
              <a:ea typeface="Meiryo"/>
              <a:cs typeface="Meiryo"/>
              <a:sym typeface="Meiryo"/>
            </a:endParaRPr>
          </a:p>
          <a:p>
            <a:pPr indent="0" lvl="0" marL="0" rtl="0" algn="l">
              <a:spcBef>
                <a:spcPts val="0"/>
              </a:spcBef>
              <a:spcAft>
                <a:spcPts val="0"/>
              </a:spcAft>
              <a:buClr>
                <a:schemeClr val="dk1"/>
              </a:buClr>
              <a:buSzPts val="1100"/>
              <a:buFont typeface="Arial"/>
              <a:buNone/>
            </a:pPr>
            <a:r>
              <a:t/>
            </a:r>
            <a:endParaRPr sz="1800">
              <a:solidFill>
                <a:srgbClr val="3F3F3F"/>
              </a:solidFill>
              <a:latin typeface="Meiryo"/>
              <a:ea typeface="Meiryo"/>
              <a:cs typeface="Meiryo"/>
              <a:sym typeface="Meiryo"/>
            </a:endParaRPr>
          </a:p>
          <a:p>
            <a:pPr indent="0" lvl="0" marL="0" rtl="0" algn="l">
              <a:spcBef>
                <a:spcPts val="0"/>
              </a:spcBef>
              <a:spcAft>
                <a:spcPts val="0"/>
              </a:spcAft>
              <a:buNone/>
            </a:pPr>
            <a:r>
              <a:t/>
            </a:r>
            <a:endParaRPr sz="1800">
              <a:solidFill>
                <a:srgbClr val="3F3F3F"/>
              </a:solidFill>
              <a:latin typeface="Meiryo"/>
              <a:ea typeface="Meiryo"/>
              <a:cs typeface="Meiryo"/>
              <a:sym typeface="Meiryo"/>
            </a:endParaRPr>
          </a:p>
        </p:txBody>
      </p:sp>
      <p:pic>
        <p:nvPicPr>
          <p:cNvPr id="331" name="Google Shape;331;g39484645258_0_175" title="Screenshot 2025-10-14 at 10.53.40 PM.png"/>
          <p:cNvPicPr preferRelativeResize="0"/>
          <p:nvPr/>
        </p:nvPicPr>
        <p:blipFill>
          <a:blip r:embed="rId3">
            <a:alphaModFix/>
          </a:blip>
          <a:stretch>
            <a:fillRect/>
          </a:stretch>
        </p:blipFill>
        <p:spPr>
          <a:xfrm>
            <a:off x="306000" y="1482425"/>
            <a:ext cx="8881898" cy="4464200"/>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6" name="Shape 336"/>
        <p:cNvGrpSpPr/>
        <p:nvPr/>
      </p:nvGrpSpPr>
      <p:grpSpPr>
        <a:xfrm>
          <a:off x="0" y="0"/>
          <a:ext cx="0" cy="0"/>
          <a:chOff x="0" y="0"/>
          <a:chExt cx="0" cy="0"/>
        </a:xfrm>
      </p:grpSpPr>
      <p:pic>
        <p:nvPicPr>
          <p:cNvPr id="337" name="Google Shape;337;g39484645258_0_182" title="Screenshot 2025-10-14 at 10.53.57 PM.png"/>
          <p:cNvPicPr preferRelativeResize="0"/>
          <p:nvPr/>
        </p:nvPicPr>
        <p:blipFill>
          <a:blip r:embed="rId3">
            <a:alphaModFix/>
          </a:blip>
          <a:stretch>
            <a:fillRect/>
          </a:stretch>
        </p:blipFill>
        <p:spPr>
          <a:xfrm>
            <a:off x="152400" y="152400"/>
            <a:ext cx="11773548" cy="6553201"/>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2" name="Shape 342"/>
        <p:cNvGrpSpPr/>
        <p:nvPr/>
      </p:nvGrpSpPr>
      <p:grpSpPr>
        <a:xfrm>
          <a:off x="0" y="0"/>
          <a:ext cx="0" cy="0"/>
          <a:chOff x="0" y="0"/>
          <a:chExt cx="0" cy="0"/>
        </a:xfrm>
      </p:grpSpPr>
      <p:sp>
        <p:nvSpPr>
          <p:cNvPr id="343" name="Google Shape;343;g39484645258_0_187"/>
          <p:cNvSpPr txBox="1"/>
          <p:nvPr/>
        </p:nvSpPr>
        <p:spPr>
          <a:xfrm>
            <a:off x="220325" y="323225"/>
            <a:ext cx="11475300" cy="184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IN" sz="1800">
                <a:solidFill>
                  <a:srgbClr val="3F3F3F"/>
                </a:solidFill>
                <a:latin typeface="Meiryo"/>
                <a:ea typeface="Meiryo"/>
                <a:cs typeface="Meiryo"/>
                <a:sym typeface="Meiryo"/>
              </a:rPr>
              <a:t>I got the username and hashed password. So now we will try to crack the hashed password.</a:t>
            </a:r>
            <a:endParaRPr sz="1800">
              <a:solidFill>
                <a:srgbClr val="3F3F3F"/>
              </a:solidFill>
              <a:latin typeface="Meiryo"/>
              <a:ea typeface="Meiryo"/>
              <a:cs typeface="Meiryo"/>
              <a:sym typeface="Meiryo"/>
            </a:endParaRPr>
          </a:p>
          <a:p>
            <a:pPr indent="0" lvl="0" marL="0" rtl="0" algn="l">
              <a:spcBef>
                <a:spcPts val="0"/>
              </a:spcBef>
              <a:spcAft>
                <a:spcPts val="0"/>
              </a:spcAft>
              <a:buNone/>
            </a:pPr>
            <a:r>
              <a:t/>
            </a:r>
            <a:endParaRPr sz="1800">
              <a:solidFill>
                <a:srgbClr val="3F3F3F"/>
              </a:solidFill>
              <a:latin typeface="Meiryo"/>
              <a:ea typeface="Meiryo"/>
              <a:cs typeface="Meiryo"/>
              <a:sym typeface="Meiryo"/>
            </a:endParaRPr>
          </a:p>
          <a:p>
            <a:pPr indent="0" lvl="0" marL="0" rtl="0" algn="l">
              <a:spcBef>
                <a:spcPts val="0"/>
              </a:spcBef>
              <a:spcAft>
                <a:spcPts val="0"/>
              </a:spcAft>
              <a:buNone/>
            </a:pPr>
            <a:r>
              <a:rPr lang="en-IN" sz="1800">
                <a:solidFill>
                  <a:srgbClr val="3F3F3F"/>
                </a:solidFill>
                <a:latin typeface="Meiryo"/>
                <a:ea typeface="Meiryo"/>
                <a:cs typeface="Meiryo"/>
                <a:sym typeface="Meiryo"/>
              </a:rPr>
              <a:t>First we will store all the user and </a:t>
            </a:r>
            <a:r>
              <a:rPr lang="en-IN" sz="1800">
                <a:solidFill>
                  <a:srgbClr val="3F3F3F"/>
                </a:solidFill>
                <a:latin typeface="Meiryo"/>
                <a:ea typeface="Meiryo"/>
                <a:cs typeface="Meiryo"/>
                <a:sym typeface="Meiryo"/>
              </a:rPr>
              <a:t>hashed</a:t>
            </a:r>
            <a:r>
              <a:rPr lang="en-IN" sz="1800">
                <a:solidFill>
                  <a:srgbClr val="3F3F3F"/>
                </a:solidFill>
                <a:latin typeface="Meiryo"/>
                <a:ea typeface="Meiryo"/>
                <a:cs typeface="Meiryo"/>
                <a:sym typeface="Meiryo"/>
              </a:rPr>
              <a:t> password in hash.txt file in dvwa-vapt </a:t>
            </a:r>
            <a:r>
              <a:rPr lang="en-IN" sz="1800">
                <a:solidFill>
                  <a:srgbClr val="3F3F3F"/>
                </a:solidFill>
                <a:latin typeface="Meiryo"/>
                <a:ea typeface="Meiryo"/>
                <a:cs typeface="Meiryo"/>
                <a:sym typeface="Meiryo"/>
              </a:rPr>
              <a:t>folder</a:t>
            </a:r>
            <a:r>
              <a:rPr lang="en-IN" sz="1800">
                <a:solidFill>
                  <a:srgbClr val="3F3F3F"/>
                </a:solidFill>
                <a:latin typeface="Meiryo"/>
                <a:ea typeface="Meiryo"/>
                <a:cs typeface="Meiryo"/>
                <a:sym typeface="Meiryo"/>
              </a:rPr>
              <a:t> in kali linux.</a:t>
            </a:r>
            <a:endParaRPr sz="1800">
              <a:solidFill>
                <a:srgbClr val="3F3F3F"/>
              </a:solidFill>
              <a:latin typeface="Meiryo"/>
              <a:ea typeface="Meiryo"/>
              <a:cs typeface="Meiryo"/>
              <a:sym typeface="Meiryo"/>
            </a:endParaRPr>
          </a:p>
          <a:p>
            <a:pPr indent="0" lvl="0" marL="0" rtl="0" algn="l">
              <a:spcBef>
                <a:spcPts val="0"/>
              </a:spcBef>
              <a:spcAft>
                <a:spcPts val="0"/>
              </a:spcAft>
              <a:buNone/>
            </a:pPr>
            <a:r>
              <a:rPr lang="en-IN" sz="1800">
                <a:solidFill>
                  <a:srgbClr val="3F3F3F"/>
                </a:solidFill>
                <a:latin typeface="Meiryo"/>
                <a:ea typeface="Meiryo"/>
                <a:cs typeface="Meiryo"/>
                <a:sym typeface="Meiryo"/>
              </a:rPr>
              <a:t>Next we have to </a:t>
            </a:r>
            <a:r>
              <a:rPr lang="en-IN" sz="1800">
                <a:solidFill>
                  <a:srgbClr val="3F3F3F"/>
                </a:solidFill>
                <a:latin typeface="Meiryo"/>
                <a:ea typeface="Meiryo"/>
                <a:cs typeface="Meiryo"/>
                <a:sym typeface="Meiryo"/>
              </a:rPr>
              <a:t>identify</a:t>
            </a:r>
            <a:r>
              <a:rPr lang="en-IN" sz="1800">
                <a:solidFill>
                  <a:srgbClr val="3F3F3F"/>
                </a:solidFill>
                <a:latin typeface="Meiryo"/>
                <a:ea typeface="Meiryo"/>
                <a:cs typeface="Meiryo"/>
                <a:sym typeface="Meiryo"/>
              </a:rPr>
              <a:t> the hash type we can do that by: hashid &lt;hash&gt;</a:t>
            </a:r>
            <a:endParaRPr sz="1800">
              <a:solidFill>
                <a:srgbClr val="3F3F3F"/>
              </a:solidFill>
              <a:latin typeface="Meiryo"/>
              <a:ea typeface="Meiryo"/>
              <a:cs typeface="Meiryo"/>
              <a:sym typeface="Meiryo"/>
            </a:endParaRPr>
          </a:p>
          <a:p>
            <a:pPr indent="0" lvl="0" marL="0" rtl="0" algn="l">
              <a:spcBef>
                <a:spcPts val="0"/>
              </a:spcBef>
              <a:spcAft>
                <a:spcPts val="0"/>
              </a:spcAft>
              <a:buNone/>
            </a:pPr>
            <a:r>
              <a:t/>
            </a:r>
            <a:endParaRPr sz="1800">
              <a:solidFill>
                <a:srgbClr val="3F3F3F"/>
              </a:solidFill>
              <a:latin typeface="Meiryo"/>
              <a:ea typeface="Meiryo"/>
              <a:cs typeface="Meiryo"/>
              <a:sym typeface="Meiryo"/>
            </a:endParaRPr>
          </a:p>
          <a:p>
            <a:pPr indent="0" lvl="0" marL="0" rtl="0" algn="l">
              <a:spcBef>
                <a:spcPts val="0"/>
              </a:spcBef>
              <a:spcAft>
                <a:spcPts val="0"/>
              </a:spcAft>
              <a:buNone/>
            </a:pPr>
            <a:r>
              <a:t/>
            </a:r>
            <a:endParaRPr sz="1800">
              <a:solidFill>
                <a:srgbClr val="3F3F3F"/>
              </a:solidFill>
              <a:latin typeface="Meiryo"/>
              <a:ea typeface="Meiryo"/>
              <a:cs typeface="Meiryo"/>
              <a:sym typeface="Meiryo"/>
            </a:endParaRPr>
          </a:p>
        </p:txBody>
      </p:sp>
      <p:pic>
        <p:nvPicPr>
          <p:cNvPr id="344" name="Google Shape;344;g39484645258_0_187" title="Screenshot 2025-10-15 at 12.28.30 AM.png"/>
          <p:cNvPicPr preferRelativeResize="0"/>
          <p:nvPr/>
        </p:nvPicPr>
        <p:blipFill>
          <a:blip r:embed="rId3">
            <a:alphaModFix/>
          </a:blip>
          <a:stretch>
            <a:fillRect/>
          </a:stretch>
        </p:blipFill>
        <p:spPr>
          <a:xfrm>
            <a:off x="315025" y="1681200"/>
            <a:ext cx="7498551" cy="4382874"/>
          </a:xfrm>
          <a:prstGeom prst="rect">
            <a:avLst/>
          </a:prstGeom>
          <a:noFill/>
          <a:ln>
            <a:noFill/>
          </a:ln>
        </p:spPr>
      </p:pic>
      <p:sp>
        <p:nvSpPr>
          <p:cNvPr id="345" name="Google Shape;345;g39484645258_0_187"/>
          <p:cNvSpPr txBox="1"/>
          <p:nvPr/>
        </p:nvSpPr>
        <p:spPr>
          <a:xfrm>
            <a:off x="153600" y="6162275"/>
            <a:ext cx="11939400" cy="708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IN" sz="1700">
                <a:solidFill>
                  <a:srgbClr val="188038"/>
                </a:solidFill>
                <a:latin typeface="Times New Roman"/>
                <a:ea typeface="Times New Roman"/>
                <a:cs typeface="Times New Roman"/>
                <a:sym typeface="Times New Roman"/>
              </a:rPr>
              <a:t>hashid</a:t>
            </a:r>
            <a:r>
              <a:rPr lang="en-IN" sz="1700">
                <a:solidFill>
                  <a:schemeClr val="dk1"/>
                </a:solidFill>
                <a:latin typeface="Times New Roman"/>
                <a:ea typeface="Times New Roman"/>
                <a:cs typeface="Times New Roman"/>
                <a:sym typeface="Times New Roman"/>
              </a:rPr>
              <a:t> simply lists all plausible algorithms that match the hash’s pattern (length, charset, structure). Since we are attacking dvwa we know its MD5.</a:t>
            </a:r>
            <a:endParaRPr sz="1700">
              <a:latin typeface="Times New Roman"/>
              <a:ea typeface="Times New Roman"/>
              <a:cs typeface="Times New Roman"/>
              <a:sym typeface="Times New Roman"/>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0" name="Shape 350"/>
        <p:cNvGrpSpPr/>
        <p:nvPr/>
      </p:nvGrpSpPr>
      <p:grpSpPr>
        <a:xfrm>
          <a:off x="0" y="0"/>
          <a:ext cx="0" cy="0"/>
          <a:chOff x="0" y="0"/>
          <a:chExt cx="0" cy="0"/>
        </a:xfrm>
      </p:grpSpPr>
      <p:sp>
        <p:nvSpPr>
          <p:cNvPr id="351" name="Google Shape;351;g39484645258_0_196"/>
          <p:cNvSpPr txBox="1"/>
          <p:nvPr/>
        </p:nvSpPr>
        <p:spPr>
          <a:xfrm>
            <a:off x="0" y="0"/>
            <a:ext cx="87138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IN"/>
              <a:t>You can make a file with only hashes (one per line) if preferred:</a:t>
            </a:r>
            <a:endParaRPr/>
          </a:p>
        </p:txBody>
      </p:sp>
      <p:pic>
        <p:nvPicPr>
          <p:cNvPr id="352" name="Google Shape;352;g39484645258_0_196" title="Screenshot 2025-10-15 at 12.36.50 AM.png"/>
          <p:cNvPicPr preferRelativeResize="0"/>
          <p:nvPr/>
        </p:nvPicPr>
        <p:blipFill>
          <a:blip r:embed="rId3">
            <a:alphaModFix/>
          </a:blip>
          <a:stretch>
            <a:fillRect/>
          </a:stretch>
        </p:blipFill>
        <p:spPr>
          <a:xfrm>
            <a:off x="175125" y="527925"/>
            <a:ext cx="9397751" cy="316125"/>
          </a:xfrm>
          <a:prstGeom prst="rect">
            <a:avLst/>
          </a:prstGeom>
          <a:noFill/>
          <a:ln>
            <a:noFill/>
          </a:ln>
        </p:spPr>
      </p:pic>
      <p:sp>
        <p:nvSpPr>
          <p:cNvPr id="353" name="Google Shape;353;g39484645258_0_196"/>
          <p:cNvSpPr txBox="1"/>
          <p:nvPr/>
        </p:nvSpPr>
        <p:spPr>
          <a:xfrm>
            <a:off x="193200" y="1190625"/>
            <a:ext cx="10770300" cy="6353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IN" sz="1800">
                <a:solidFill>
                  <a:srgbClr val="3F3F3F"/>
                </a:solidFill>
                <a:latin typeface="Meiryo"/>
                <a:ea typeface="Meiryo"/>
                <a:cs typeface="Meiryo"/>
                <a:sym typeface="Meiryo"/>
              </a:rPr>
              <a:t>We will use hashcat or john the ripper to decrypt the passwords. In this case we use John the ripper. First we need to install both of them.</a:t>
            </a:r>
            <a:endParaRPr sz="1800">
              <a:solidFill>
                <a:srgbClr val="3F3F3F"/>
              </a:solidFill>
              <a:latin typeface="Meiryo"/>
              <a:ea typeface="Meiryo"/>
              <a:cs typeface="Meiryo"/>
              <a:sym typeface="Meiryo"/>
            </a:endParaRPr>
          </a:p>
          <a:p>
            <a:pPr indent="0" lvl="0" marL="0" rtl="0" algn="l">
              <a:spcBef>
                <a:spcPts val="0"/>
              </a:spcBef>
              <a:spcAft>
                <a:spcPts val="0"/>
              </a:spcAft>
              <a:buNone/>
            </a:pPr>
            <a:r>
              <a:t/>
            </a:r>
            <a:endParaRPr sz="1800">
              <a:solidFill>
                <a:srgbClr val="3F3F3F"/>
              </a:solidFill>
              <a:latin typeface="Meiryo"/>
              <a:ea typeface="Meiryo"/>
              <a:cs typeface="Meiryo"/>
              <a:sym typeface="Meiryo"/>
            </a:endParaRPr>
          </a:p>
          <a:p>
            <a:pPr indent="0" lvl="0" marL="0" rtl="0" algn="l">
              <a:lnSpc>
                <a:spcPct val="115000"/>
              </a:lnSpc>
              <a:spcBef>
                <a:spcPts val="1200"/>
              </a:spcBef>
              <a:spcAft>
                <a:spcPts val="0"/>
              </a:spcAft>
              <a:buClr>
                <a:schemeClr val="dk1"/>
              </a:buClr>
              <a:buSzPts val="1100"/>
              <a:buFont typeface="Arial"/>
              <a:buNone/>
            </a:pPr>
            <a:r>
              <a:rPr b="1" lang="en-IN" sz="1500">
                <a:solidFill>
                  <a:schemeClr val="dk1"/>
                </a:solidFill>
                <a:latin typeface="Times New Roman"/>
                <a:ea typeface="Times New Roman"/>
                <a:cs typeface="Times New Roman"/>
                <a:sym typeface="Times New Roman"/>
              </a:rPr>
              <a:t>Hashcat</a:t>
            </a:r>
            <a:endParaRPr b="1" sz="1500">
              <a:solidFill>
                <a:schemeClr val="dk1"/>
              </a:solidFill>
              <a:latin typeface="Times New Roman"/>
              <a:ea typeface="Times New Roman"/>
              <a:cs typeface="Times New Roman"/>
              <a:sym typeface="Times New Roman"/>
            </a:endParaRPr>
          </a:p>
          <a:p>
            <a:pPr indent="-323850" lvl="0" marL="457200" rtl="0" algn="l">
              <a:lnSpc>
                <a:spcPct val="115000"/>
              </a:lnSpc>
              <a:spcBef>
                <a:spcPts val="1200"/>
              </a:spcBef>
              <a:spcAft>
                <a:spcPts val="0"/>
              </a:spcAft>
              <a:buClr>
                <a:schemeClr val="dk1"/>
              </a:buClr>
              <a:buSzPts val="1500"/>
              <a:buFont typeface="Times New Roman"/>
              <a:buChar char="●"/>
            </a:pPr>
            <a:r>
              <a:rPr lang="en-IN" sz="1500">
                <a:solidFill>
                  <a:schemeClr val="dk1"/>
                </a:solidFill>
                <a:latin typeface="Times New Roman"/>
                <a:ea typeface="Times New Roman"/>
                <a:cs typeface="Times New Roman"/>
                <a:sym typeface="Times New Roman"/>
              </a:rPr>
              <a:t>A fast, GPU‑accelerated password‑recovery tool.</a:t>
            </a:r>
            <a:endParaRPr sz="1500">
              <a:solidFill>
                <a:schemeClr val="dk1"/>
              </a:solidFill>
              <a:latin typeface="Times New Roman"/>
              <a:ea typeface="Times New Roman"/>
              <a:cs typeface="Times New Roman"/>
              <a:sym typeface="Times New Roman"/>
            </a:endParaRPr>
          </a:p>
          <a:p>
            <a:pPr indent="-323850" lvl="0" marL="457200" rtl="0" algn="l">
              <a:lnSpc>
                <a:spcPct val="115000"/>
              </a:lnSpc>
              <a:spcBef>
                <a:spcPts val="0"/>
              </a:spcBef>
              <a:spcAft>
                <a:spcPts val="0"/>
              </a:spcAft>
              <a:buClr>
                <a:schemeClr val="dk1"/>
              </a:buClr>
              <a:buSzPts val="1500"/>
              <a:buFont typeface="Times New Roman"/>
              <a:buChar char="●"/>
            </a:pPr>
            <a:r>
              <a:rPr lang="en-IN" sz="1500">
                <a:solidFill>
                  <a:schemeClr val="dk1"/>
                </a:solidFill>
                <a:latin typeface="Times New Roman"/>
                <a:ea typeface="Times New Roman"/>
                <a:cs typeface="Times New Roman"/>
                <a:sym typeface="Times New Roman"/>
              </a:rPr>
              <a:t>Excellent for large, brute‑force or wordlist+rule attacks (MD5, NTLM, mscash/mscash2, bcrypt, many formats).</a:t>
            </a:r>
            <a:endParaRPr sz="1500">
              <a:solidFill>
                <a:schemeClr val="dk1"/>
              </a:solidFill>
              <a:latin typeface="Times New Roman"/>
              <a:ea typeface="Times New Roman"/>
              <a:cs typeface="Times New Roman"/>
              <a:sym typeface="Times New Roman"/>
            </a:endParaRPr>
          </a:p>
          <a:p>
            <a:pPr indent="-323850" lvl="0" marL="457200" rtl="0" algn="l">
              <a:lnSpc>
                <a:spcPct val="115000"/>
              </a:lnSpc>
              <a:spcBef>
                <a:spcPts val="0"/>
              </a:spcBef>
              <a:spcAft>
                <a:spcPts val="0"/>
              </a:spcAft>
              <a:buClr>
                <a:schemeClr val="dk1"/>
              </a:buClr>
              <a:buSzPts val="1500"/>
              <a:buFont typeface="Times New Roman"/>
              <a:buChar char="●"/>
            </a:pPr>
            <a:r>
              <a:rPr lang="en-IN" sz="1500">
                <a:solidFill>
                  <a:schemeClr val="dk1"/>
                </a:solidFill>
                <a:latin typeface="Times New Roman"/>
                <a:ea typeface="Times New Roman"/>
                <a:cs typeface="Times New Roman"/>
                <a:sym typeface="Times New Roman"/>
              </a:rPr>
              <a:t>Uses OpenCL/CUDA to run on GPUs — if you have an NVIDIA/AMD GPU, Hashcat is </a:t>
            </a:r>
            <a:r>
              <a:rPr i="1" lang="en-IN" sz="1500">
                <a:solidFill>
                  <a:schemeClr val="dk1"/>
                </a:solidFill>
                <a:latin typeface="Times New Roman"/>
                <a:ea typeface="Times New Roman"/>
                <a:cs typeface="Times New Roman"/>
                <a:sym typeface="Times New Roman"/>
              </a:rPr>
              <a:t>much</a:t>
            </a:r>
            <a:r>
              <a:rPr lang="en-IN" sz="1500">
                <a:solidFill>
                  <a:schemeClr val="dk1"/>
                </a:solidFill>
                <a:latin typeface="Times New Roman"/>
                <a:ea typeface="Times New Roman"/>
                <a:cs typeface="Times New Roman"/>
                <a:sym typeface="Times New Roman"/>
              </a:rPr>
              <a:t> faster than CPU tools.</a:t>
            </a:r>
            <a:endParaRPr sz="1500">
              <a:solidFill>
                <a:schemeClr val="dk1"/>
              </a:solidFill>
              <a:latin typeface="Times New Roman"/>
              <a:ea typeface="Times New Roman"/>
              <a:cs typeface="Times New Roman"/>
              <a:sym typeface="Times New Roman"/>
            </a:endParaRPr>
          </a:p>
          <a:p>
            <a:pPr indent="-323850" lvl="0" marL="457200" rtl="0" algn="l">
              <a:lnSpc>
                <a:spcPct val="115000"/>
              </a:lnSpc>
              <a:spcBef>
                <a:spcPts val="0"/>
              </a:spcBef>
              <a:spcAft>
                <a:spcPts val="0"/>
              </a:spcAft>
              <a:buClr>
                <a:schemeClr val="dk1"/>
              </a:buClr>
              <a:buSzPts val="1500"/>
              <a:buChar char="●"/>
            </a:pPr>
            <a:r>
              <a:rPr lang="en-IN" sz="1500">
                <a:solidFill>
                  <a:schemeClr val="dk1"/>
                </a:solidFill>
                <a:latin typeface="Times New Roman"/>
                <a:ea typeface="Times New Roman"/>
                <a:cs typeface="Times New Roman"/>
                <a:sym typeface="Times New Roman"/>
              </a:rPr>
              <a:t>You tell it the hash </a:t>
            </a:r>
            <a:r>
              <a:rPr b="1" lang="en-IN" sz="1500">
                <a:solidFill>
                  <a:schemeClr val="dk1"/>
                </a:solidFill>
                <a:latin typeface="Times New Roman"/>
                <a:ea typeface="Times New Roman"/>
                <a:cs typeface="Times New Roman"/>
                <a:sym typeface="Times New Roman"/>
              </a:rPr>
              <a:t>mode</a:t>
            </a:r>
            <a:r>
              <a:rPr lang="en-IN" sz="1500">
                <a:solidFill>
                  <a:schemeClr val="dk1"/>
                </a:solidFill>
                <a:latin typeface="Times New Roman"/>
                <a:ea typeface="Times New Roman"/>
                <a:cs typeface="Times New Roman"/>
                <a:sym typeface="Times New Roman"/>
              </a:rPr>
              <a:t> (</a:t>
            </a:r>
            <a:r>
              <a:rPr lang="en-IN" sz="1500">
                <a:solidFill>
                  <a:srgbClr val="188038"/>
                </a:solidFill>
                <a:latin typeface="Times New Roman"/>
                <a:ea typeface="Times New Roman"/>
                <a:cs typeface="Times New Roman"/>
                <a:sym typeface="Times New Roman"/>
              </a:rPr>
              <a:t>-m</a:t>
            </a:r>
            <a:r>
              <a:rPr lang="en-IN" sz="1500">
                <a:solidFill>
                  <a:schemeClr val="dk1"/>
                </a:solidFill>
                <a:latin typeface="Times New Roman"/>
                <a:ea typeface="Times New Roman"/>
                <a:cs typeface="Times New Roman"/>
                <a:sym typeface="Times New Roman"/>
              </a:rPr>
              <a:t>) and attack type (</a:t>
            </a:r>
            <a:r>
              <a:rPr lang="en-IN" sz="1500">
                <a:solidFill>
                  <a:srgbClr val="188038"/>
                </a:solidFill>
                <a:latin typeface="Times New Roman"/>
                <a:ea typeface="Times New Roman"/>
                <a:cs typeface="Times New Roman"/>
                <a:sym typeface="Times New Roman"/>
              </a:rPr>
              <a:t>-a</a:t>
            </a:r>
            <a:r>
              <a:rPr lang="en-IN" sz="1500">
                <a:solidFill>
                  <a:schemeClr val="dk1"/>
                </a:solidFill>
                <a:latin typeface="Times New Roman"/>
                <a:ea typeface="Times New Roman"/>
                <a:cs typeface="Times New Roman"/>
                <a:sym typeface="Times New Roman"/>
              </a:rPr>
              <a:t>), give it a wordlist and/or mask/rules, and it tries guesses.</a:t>
            </a:r>
            <a:br>
              <a:rPr lang="en-IN" sz="1500">
                <a:solidFill>
                  <a:schemeClr val="dk1"/>
                </a:solidFill>
                <a:latin typeface="Times New Roman"/>
                <a:ea typeface="Times New Roman"/>
                <a:cs typeface="Times New Roman"/>
                <a:sym typeface="Times New Roman"/>
              </a:rPr>
            </a:br>
            <a:endParaRPr sz="1500">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0"/>
              </a:spcAft>
              <a:buClr>
                <a:schemeClr val="dk1"/>
              </a:buClr>
              <a:buSzPts val="1100"/>
              <a:buFont typeface="Arial"/>
              <a:buNone/>
            </a:pPr>
            <a:r>
              <a:rPr b="1" lang="en-IN" sz="1500">
                <a:solidFill>
                  <a:schemeClr val="dk1"/>
                </a:solidFill>
                <a:latin typeface="Times New Roman"/>
                <a:ea typeface="Times New Roman"/>
                <a:cs typeface="Times New Roman"/>
                <a:sym typeface="Times New Roman"/>
              </a:rPr>
              <a:t>John the Ripper (John / John Jumbo)</a:t>
            </a:r>
            <a:endParaRPr b="1" sz="1500">
              <a:solidFill>
                <a:schemeClr val="dk1"/>
              </a:solidFill>
              <a:latin typeface="Times New Roman"/>
              <a:ea typeface="Times New Roman"/>
              <a:cs typeface="Times New Roman"/>
              <a:sym typeface="Times New Roman"/>
            </a:endParaRPr>
          </a:p>
          <a:p>
            <a:pPr indent="-323850" lvl="0" marL="457200" rtl="0" algn="l">
              <a:lnSpc>
                <a:spcPct val="115000"/>
              </a:lnSpc>
              <a:spcBef>
                <a:spcPts val="1200"/>
              </a:spcBef>
              <a:spcAft>
                <a:spcPts val="0"/>
              </a:spcAft>
              <a:buClr>
                <a:schemeClr val="dk1"/>
              </a:buClr>
              <a:buSzPts val="1500"/>
              <a:buFont typeface="Times New Roman"/>
              <a:buChar char="●"/>
            </a:pPr>
            <a:r>
              <a:rPr lang="en-IN" sz="1500">
                <a:solidFill>
                  <a:schemeClr val="dk1"/>
                </a:solidFill>
                <a:latin typeface="Times New Roman"/>
                <a:ea typeface="Times New Roman"/>
                <a:cs typeface="Times New Roman"/>
                <a:sym typeface="Times New Roman"/>
              </a:rPr>
              <a:t>A versatile password cracker that runs comfortably on CPU (and can use GPUs in some builds).</a:t>
            </a:r>
            <a:endParaRPr sz="1500">
              <a:solidFill>
                <a:schemeClr val="dk1"/>
              </a:solidFill>
              <a:latin typeface="Times New Roman"/>
              <a:ea typeface="Times New Roman"/>
              <a:cs typeface="Times New Roman"/>
              <a:sym typeface="Times New Roman"/>
            </a:endParaRPr>
          </a:p>
          <a:p>
            <a:pPr indent="-323850" lvl="0" marL="457200" rtl="0" algn="l">
              <a:lnSpc>
                <a:spcPct val="115000"/>
              </a:lnSpc>
              <a:spcBef>
                <a:spcPts val="0"/>
              </a:spcBef>
              <a:spcAft>
                <a:spcPts val="0"/>
              </a:spcAft>
              <a:buClr>
                <a:schemeClr val="dk1"/>
              </a:buClr>
              <a:buSzPts val="1500"/>
              <a:buFont typeface="Times New Roman"/>
              <a:buChar char="●"/>
            </a:pPr>
            <a:r>
              <a:rPr lang="en-IN" sz="1500">
                <a:solidFill>
                  <a:schemeClr val="dk1"/>
                </a:solidFill>
                <a:latin typeface="Times New Roman"/>
                <a:ea typeface="Times New Roman"/>
                <a:cs typeface="Times New Roman"/>
                <a:sym typeface="Times New Roman"/>
              </a:rPr>
              <a:t>Great for quick CPU-based testing and for cases where format auto-detection and simple setup are useful.</a:t>
            </a:r>
            <a:endParaRPr sz="1500">
              <a:solidFill>
                <a:schemeClr val="dk1"/>
              </a:solidFill>
              <a:latin typeface="Times New Roman"/>
              <a:ea typeface="Times New Roman"/>
              <a:cs typeface="Times New Roman"/>
              <a:sym typeface="Times New Roman"/>
            </a:endParaRPr>
          </a:p>
          <a:p>
            <a:pPr indent="-323850" lvl="0" marL="457200" rtl="0" algn="l">
              <a:lnSpc>
                <a:spcPct val="115000"/>
              </a:lnSpc>
              <a:spcBef>
                <a:spcPts val="0"/>
              </a:spcBef>
              <a:spcAft>
                <a:spcPts val="0"/>
              </a:spcAft>
              <a:buClr>
                <a:schemeClr val="dk1"/>
              </a:buClr>
              <a:buSzPts val="1500"/>
              <a:buChar char="●"/>
            </a:pPr>
            <a:r>
              <a:rPr lang="en-IN" sz="1500">
                <a:solidFill>
                  <a:schemeClr val="dk1"/>
                </a:solidFill>
                <a:latin typeface="Times New Roman"/>
                <a:ea typeface="Times New Roman"/>
                <a:cs typeface="Times New Roman"/>
                <a:sym typeface="Times New Roman"/>
              </a:rPr>
              <a:t>John’s </a:t>
            </a:r>
            <a:r>
              <a:rPr lang="en-IN" sz="1500">
                <a:solidFill>
                  <a:srgbClr val="188038"/>
                </a:solidFill>
                <a:latin typeface="Times New Roman"/>
                <a:ea typeface="Times New Roman"/>
                <a:cs typeface="Times New Roman"/>
                <a:sym typeface="Times New Roman"/>
              </a:rPr>
              <a:t>--show</a:t>
            </a:r>
            <a:r>
              <a:rPr lang="en-IN" sz="1500">
                <a:solidFill>
                  <a:schemeClr val="dk1"/>
                </a:solidFill>
                <a:latin typeface="Times New Roman"/>
                <a:ea typeface="Times New Roman"/>
                <a:cs typeface="Times New Roman"/>
                <a:sym typeface="Times New Roman"/>
              </a:rPr>
              <a:t>/potfile handling and format options make mapping </a:t>
            </a:r>
            <a:r>
              <a:rPr lang="en-IN" sz="1500">
                <a:solidFill>
                  <a:srgbClr val="188038"/>
                </a:solidFill>
                <a:latin typeface="Times New Roman"/>
                <a:ea typeface="Times New Roman"/>
                <a:cs typeface="Times New Roman"/>
                <a:sym typeface="Times New Roman"/>
              </a:rPr>
              <a:t>user:hash</a:t>
            </a:r>
            <a:r>
              <a:rPr lang="en-IN" sz="1500">
                <a:solidFill>
                  <a:schemeClr val="dk1"/>
                </a:solidFill>
                <a:latin typeface="Times New Roman"/>
                <a:ea typeface="Times New Roman"/>
                <a:cs typeface="Times New Roman"/>
                <a:sym typeface="Times New Roman"/>
              </a:rPr>
              <a:t> → </a:t>
            </a:r>
            <a:r>
              <a:rPr lang="en-IN" sz="1500">
                <a:solidFill>
                  <a:srgbClr val="188038"/>
                </a:solidFill>
                <a:latin typeface="Times New Roman"/>
                <a:ea typeface="Times New Roman"/>
                <a:cs typeface="Times New Roman"/>
                <a:sym typeface="Times New Roman"/>
              </a:rPr>
              <a:t>user:password</a:t>
            </a:r>
            <a:r>
              <a:rPr lang="en-IN" sz="1500">
                <a:solidFill>
                  <a:schemeClr val="dk1"/>
                </a:solidFill>
                <a:latin typeface="Times New Roman"/>
                <a:ea typeface="Times New Roman"/>
                <a:cs typeface="Times New Roman"/>
                <a:sym typeface="Times New Roman"/>
              </a:rPr>
              <a:t> easy.</a:t>
            </a:r>
            <a:br>
              <a:rPr lang="en-IN" sz="1500">
                <a:solidFill>
                  <a:schemeClr val="dk1"/>
                </a:solidFill>
                <a:latin typeface="Times New Roman"/>
                <a:ea typeface="Times New Roman"/>
                <a:cs typeface="Times New Roman"/>
                <a:sym typeface="Times New Roman"/>
              </a:rPr>
            </a:br>
            <a:endParaRPr sz="1500">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0"/>
              </a:spcAft>
              <a:buClr>
                <a:schemeClr val="dk1"/>
              </a:buClr>
              <a:buSzPts val="1100"/>
              <a:buFont typeface="Arial"/>
              <a:buNone/>
            </a:pPr>
            <a:r>
              <a:rPr lang="en-IN" sz="1500">
                <a:solidFill>
                  <a:schemeClr val="dk1"/>
                </a:solidFill>
                <a:latin typeface="Times New Roman"/>
                <a:ea typeface="Times New Roman"/>
                <a:cs typeface="Times New Roman"/>
                <a:sym typeface="Times New Roman"/>
              </a:rPr>
              <a:t>When to use which:</a:t>
            </a:r>
            <a:endParaRPr sz="1500">
              <a:solidFill>
                <a:schemeClr val="dk1"/>
              </a:solidFill>
              <a:latin typeface="Times New Roman"/>
              <a:ea typeface="Times New Roman"/>
              <a:cs typeface="Times New Roman"/>
              <a:sym typeface="Times New Roman"/>
            </a:endParaRPr>
          </a:p>
          <a:p>
            <a:pPr indent="-323850" lvl="0" marL="457200" rtl="0" algn="l">
              <a:lnSpc>
                <a:spcPct val="115000"/>
              </a:lnSpc>
              <a:spcBef>
                <a:spcPts val="1200"/>
              </a:spcBef>
              <a:spcAft>
                <a:spcPts val="0"/>
              </a:spcAft>
              <a:buClr>
                <a:schemeClr val="dk1"/>
              </a:buClr>
              <a:buSzPts val="1500"/>
              <a:buChar char="●"/>
            </a:pPr>
            <a:r>
              <a:rPr b="1" lang="en-IN" sz="1500">
                <a:solidFill>
                  <a:schemeClr val="dk1"/>
                </a:solidFill>
                <a:latin typeface="Times New Roman"/>
                <a:ea typeface="Times New Roman"/>
                <a:cs typeface="Times New Roman"/>
                <a:sym typeface="Times New Roman"/>
              </a:rPr>
              <a:t>Use Hashcat</a:t>
            </a:r>
            <a:r>
              <a:rPr lang="en-IN" sz="1500">
                <a:solidFill>
                  <a:schemeClr val="dk1"/>
                </a:solidFill>
                <a:latin typeface="Times New Roman"/>
                <a:ea typeface="Times New Roman"/>
                <a:cs typeface="Times New Roman"/>
                <a:sym typeface="Times New Roman"/>
              </a:rPr>
              <a:t> when you have a GPU and need speed/scale.</a:t>
            </a:r>
            <a:endParaRPr sz="1500">
              <a:solidFill>
                <a:schemeClr val="dk1"/>
              </a:solidFill>
              <a:latin typeface="Times New Roman"/>
              <a:ea typeface="Times New Roman"/>
              <a:cs typeface="Times New Roman"/>
              <a:sym typeface="Times New Roman"/>
            </a:endParaRPr>
          </a:p>
          <a:p>
            <a:pPr indent="-323850" lvl="0" marL="457200" rtl="0" algn="l">
              <a:lnSpc>
                <a:spcPct val="115000"/>
              </a:lnSpc>
              <a:spcBef>
                <a:spcPts val="0"/>
              </a:spcBef>
              <a:spcAft>
                <a:spcPts val="0"/>
              </a:spcAft>
              <a:buClr>
                <a:schemeClr val="dk1"/>
              </a:buClr>
              <a:buSzPts val="1500"/>
              <a:buChar char="●"/>
            </a:pPr>
            <a:r>
              <a:rPr b="1" lang="en-IN" sz="1500">
                <a:solidFill>
                  <a:schemeClr val="dk1"/>
                </a:solidFill>
                <a:latin typeface="Times New Roman"/>
                <a:ea typeface="Times New Roman"/>
                <a:cs typeface="Times New Roman"/>
                <a:sym typeface="Times New Roman"/>
              </a:rPr>
              <a:t>Use John</a:t>
            </a:r>
            <a:r>
              <a:rPr lang="en-IN" sz="1500">
                <a:solidFill>
                  <a:schemeClr val="dk1"/>
                </a:solidFill>
                <a:latin typeface="Times New Roman"/>
                <a:ea typeface="Times New Roman"/>
                <a:cs typeface="Times New Roman"/>
                <a:sym typeface="Times New Roman"/>
              </a:rPr>
              <a:t> for quick CPU tests, format detection, or convenience on small tasks.</a:t>
            </a:r>
            <a:br>
              <a:rPr lang="en-IN" sz="1500">
                <a:solidFill>
                  <a:schemeClr val="dk1"/>
                </a:solidFill>
                <a:latin typeface="Times New Roman"/>
                <a:ea typeface="Times New Roman"/>
                <a:cs typeface="Times New Roman"/>
                <a:sym typeface="Times New Roman"/>
              </a:rPr>
            </a:br>
            <a:endParaRPr sz="15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t/>
            </a:r>
            <a:endParaRPr sz="1800">
              <a:solidFill>
                <a:srgbClr val="3F3F3F"/>
              </a:solidFill>
              <a:latin typeface="Meiryo"/>
              <a:ea typeface="Meiryo"/>
              <a:cs typeface="Meiryo"/>
              <a:sym typeface="Meiryo"/>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8" name="Shape 358"/>
        <p:cNvGrpSpPr/>
        <p:nvPr/>
      </p:nvGrpSpPr>
      <p:grpSpPr>
        <a:xfrm>
          <a:off x="0" y="0"/>
          <a:ext cx="0" cy="0"/>
          <a:chOff x="0" y="0"/>
          <a:chExt cx="0" cy="0"/>
        </a:xfrm>
      </p:grpSpPr>
      <p:sp>
        <p:nvSpPr>
          <p:cNvPr id="359" name="Google Shape;359;g394a4e65e7b_2_4"/>
          <p:cNvSpPr txBox="1"/>
          <p:nvPr/>
        </p:nvSpPr>
        <p:spPr>
          <a:xfrm>
            <a:off x="0" y="0"/>
            <a:ext cx="11785800" cy="4315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IN">
                <a:latin typeface="Times New Roman"/>
                <a:ea typeface="Times New Roman"/>
                <a:cs typeface="Times New Roman"/>
                <a:sym typeface="Times New Roman"/>
              </a:rPr>
              <a:t>CPU (Central Processing Unit) : </a:t>
            </a:r>
            <a:endParaRPr b="1">
              <a:latin typeface="Times New Roman"/>
              <a:ea typeface="Times New Roman"/>
              <a:cs typeface="Times New Roman"/>
              <a:sym typeface="Times New Roman"/>
            </a:endParaRPr>
          </a:p>
          <a:p>
            <a:pPr indent="0" lvl="0" marL="0" rtl="0" algn="l">
              <a:spcBef>
                <a:spcPts val="0"/>
              </a:spcBef>
              <a:spcAft>
                <a:spcPts val="0"/>
              </a:spcAft>
              <a:buNone/>
            </a:pPr>
            <a:r>
              <a:t/>
            </a:r>
            <a:endParaRPr>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en-IN">
                <a:solidFill>
                  <a:schemeClr val="dk1"/>
                </a:solidFill>
                <a:latin typeface="Times New Roman"/>
                <a:ea typeface="Times New Roman"/>
                <a:cs typeface="Times New Roman"/>
                <a:sym typeface="Times New Roman"/>
              </a:rPr>
              <a:t>Executes all the </a:t>
            </a:r>
            <a:r>
              <a:rPr b="1" lang="en-IN">
                <a:solidFill>
                  <a:schemeClr val="dk1"/>
                </a:solidFill>
                <a:latin typeface="Times New Roman"/>
                <a:ea typeface="Times New Roman"/>
                <a:cs typeface="Times New Roman"/>
                <a:sym typeface="Times New Roman"/>
              </a:rPr>
              <a:t>general-purpose tasks</a:t>
            </a:r>
            <a:r>
              <a:rPr lang="en-IN">
                <a:solidFill>
                  <a:schemeClr val="dk1"/>
                </a:solidFill>
                <a:latin typeface="Times New Roman"/>
                <a:ea typeface="Times New Roman"/>
                <a:cs typeface="Times New Roman"/>
                <a:sym typeface="Times New Roman"/>
              </a:rPr>
              <a:t> (running OS, browsers, apps, etc.)</a:t>
            </a:r>
            <a:br>
              <a:rPr lang="en-IN">
                <a:solidFill>
                  <a:schemeClr val="dk1"/>
                </a:solidFill>
                <a:latin typeface="Times New Roman"/>
                <a:ea typeface="Times New Roman"/>
                <a:cs typeface="Times New Roman"/>
                <a:sym typeface="Times New Roman"/>
              </a:rPr>
            </a:br>
            <a:r>
              <a:rPr lang="en-IN">
                <a:solidFill>
                  <a:schemeClr val="dk1"/>
                </a:solidFill>
                <a:latin typeface="Times New Roman"/>
                <a:ea typeface="Times New Roman"/>
                <a:cs typeface="Times New Roman"/>
                <a:sym typeface="Times New Roman"/>
              </a:rPr>
              <a:t>Handles </a:t>
            </a:r>
            <a:r>
              <a:rPr b="1" lang="en-IN">
                <a:solidFill>
                  <a:schemeClr val="dk1"/>
                </a:solidFill>
                <a:latin typeface="Times New Roman"/>
                <a:ea typeface="Times New Roman"/>
                <a:cs typeface="Times New Roman"/>
                <a:sym typeface="Times New Roman"/>
              </a:rPr>
              <a:t>logical</a:t>
            </a:r>
            <a:r>
              <a:rPr lang="en-IN">
                <a:solidFill>
                  <a:schemeClr val="dk1"/>
                </a:solidFill>
                <a:latin typeface="Times New Roman"/>
                <a:ea typeface="Times New Roman"/>
                <a:cs typeface="Times New Roman"/>
                <a:sym typeface="Times New Roman"/>
              </a:rPr>
              <a:t>, </a:t>
            </a:r>
            <a:r>
              <a:rPr b="1" lang="en-IN">
                <a:solidFill>
                  <a:schemeClr val="dk1"/>
                </a:solidFill>
                <a:latin typeface="Times New Roman"/>
                <a:ea typeface="Times New Roman"/>
                <a:cs typeface="Times New Roman"/>
                <a:sym typeface="Times New Roman"/>
              </a:rPr>
              <a:t>mathematical</a:t>
            </a:r>
            <a:r>
              <a:rPr lang="en-IN">
                <a:solidFill>
                  <a:schemeClr val="dk1"/>
                </a:solidFill>
                <a:latin typeface="Times New Roman"/>
                <a:ea typeface="Times New Roman"/>
                <a:cs typeface="Times New Roman"/>
                <a:sym typeface="Times New Roman"/>
              </a:rPr>
              <a:t>, and </a:t>
            </a:r>
            <a:r>
              <a:rPr b="1" lang="en-IN">
                <a:solidFill>
                  <a:schemeClr val="dk1"/>
                </a:solidFill>
                <a:latin typeface="Times New Roman"/>
                <a:ea typeface="Times New Roman"/>
                <a:cs typeface="Times New Roman"/>
                <a:sym typeface="Times New Roman"/>
              </a:rPr>
              <a:t>control</a:t>
            </a:r>
            <a:r>
              <a:rPr lang="en-IN">
                <a:solidFill>
                  <a:schemeClr val="dk1"/>
                </a:solidFill>
                <a:latin typeface="Times New Roman"/>
                <a:ea typeface="Times New Roman"/>
                <a:cs typeface="Times New Roman"/>
                <a:sym typeface="Times New Roman"/>
              </a:rPr>
              <a:t> operations.</a:t>
            </a:r>
            <a:br>
              <a:rPr lang="en-IN">
                <a:solidFill>
                  <a:schemeClr val="dk1"/>
                </a:solidFill>
                <a:latin typeface="Times New Roman"/>
                <a:ea typeface="Times New Roman"/>
                <a:cs typeface="Times New Roman"/>
                <a:sym typeface="Times New Roman"/>
              </a:rPr>
            </a:br>
            <a:r>
              <a:rPr lang="en-IN">
                <a:solidFill>
                  <a:schemeClr val="dk1"/>
                </a:solidFill>
                <a:latin typeface="Times New Roman"/>
                <a:ea typeface="Times New Roman"/>
                <a:cs typeface="Times New Roman"/>
                <a:sym typeface="Times New Roman"/>
              </a:rPr>
              <a:t>Executes </a:t>
            </a:r>
            <a:r>
              <a:rPr b="1" lang="en-IN">
                <a:solidFill>
                  <a:schemeClr val="dk1"/>
                </a:solidFill>
                <a:latin typeface="Times New Roman"/>
                <a:ea typeface="Times New Roman"/>
                <a:cs typeface="Times New Roman"/>
                <a:sym typeface="Times New Roman"/>
              </a:rPr>
              <a:t>one or few</a:t>
            </a:r>
            <a:r>
              <a:rPr lang="en-IN">
                <a:solidFill>
                  <a:schemeClr val="dk1"/>
                </a:solidFill>
                <a:latin typeface="Times New Roman"/>
                <a:ea typeface="Times New Roman"/>
                <a:cs typeface="Times New Roman"/>
                <a:sym typeface="Times New Roman"/>
              </a:rPr>
              <a:t> complex tasks at a time, very efficiently.</a:t>
            </a:r>
            <a:endParaRPr>
              <a:solidFill>
                <a:schemeClr val="dk1"/>
              </a:solidFill>
              <a:latin typeface="Times New Roman"/>
              <a:ea typeface="Times New Roman"/>
              <a:cs typeface="Times New Roman"/>
              <a:sym typeface="Times New Roman"/>
            </a:endParaRPr>
          </a:p>
          <a:p>
            <a:pPr indent="0" lvl="0" marL="0" rtl="0" algn="l">
              <a:lnSpc>
                <a:spcPct val="115000"/>
              </a:lnSpc>
              <a:spcBef>
                <a:spcPts val="1400"/>
              </a:spcBef>
              <a:spcAft>
                <a:spcPts val="0"/>
              </a:spcAft>
              <a:buClr>
                <a:schemeClr val="dk1"/>
              </a:buClr>
              <a:buSzPts val="1100"/>
              <a:buFont typeface="Arial"/>
              <a:buNone/>
            </a:pPr>
            <a:r>
              <a:rPr b="1" lang="en-IN">
                <a:solidFill>
                  <a:schemeClr val="dk1"/>
                </a:solidFill>
                <a:latin typeface="Times New Roman"/>
                <a:ea typeface="Times New Roman"/>
                <a:cs typeface="Times New Roman"/>
                <a:sym typeface="Times New Roman"/>
              </a:rPr>
              <a:t>Example: </a:t>
            </a:r>
            <a:r>
              <a:rPr lang="en-IN">
                <a:solidFill>
                  <a:schemeClr val="dk1"/>
                </a:solidFill>
                <a:latin typeface="Times New Roman"/>
                <a:ea typeface="Times New Roman"/>
                <a:cs typeface="Times New Roman"/>
                <a:sym typeface="Times New Roman"/>
              </a:rPr>
              <a:t>When you open a browser:</a:t>
            </a:r>
            <a:endParaRPr>
              <a:solidFill>
                <a:schemeClr val="dk1"/>
              </a:solidFill>
              <a:latin typeface="Times New Roman"/>
              <a:ea typeface="Times New Roman"/>
              <a:cs typeface="Times New Roman"/>
              <a:sym typeface="Times New Roman"/>
            </a:endParaRPr>
          </a:p>
          <a:p>
            <a:pPr indent="-317500" lvl="0" marL="457200" rtl="0" algn="l">
              <a:lnSpc>
                <a:spcPct val="115000"/>
              </a:lnSpc>
              <a:spcBef>
                <a:spcPts val="1200"/>
              </a:spcBef>
              <a:spcAft>
                <a:spcPts val="0"/>
              </a:spcAft>
              <a:buClr>
                <a:schemeClr val="dk1"/>
              </a:buClr>
              <a:buSzPts val="1400"/>
              <a:buAutoNum type="arabicPeriod"/>
            </a:pPr>
            <a:r>
              <a:rPr lang="en-IN">
                <a:solidFill>
                  <a:schemeClr val="dk1"/>
                </a:solidFill>
                <a:latin typeface="Times New Roman"/>
                <a:ea typeface="Times New Roman"/>
                <a:cs typeface="Times New Roman"/>
                <a:sym typeface="Times New Roman"/>
              </a:rPr>
              <a:t>The </a:t>
            </a:r>
            <a:r>
              <a:rPr b="1" lang="en-IN">
                <a:solidFill>
                  <a:schemeClr val="dk1"/>
                </a:solidFill>
                <a:latin typeface="Times New Roman"/>
                <a:ea typeface="Times New Roman"/>
                <a:cs typeface="Times New Roman"/>
                <a:sym typeface="Times New Roman"/>
              </a:rPr>
              <a:t>CPU</a:t>
            </a:r>
            <a:r>
              <a:rPr lang="en-IN">
                <a:solidFill>
                  <a:schemeClr val="dk1"/>
                </a:solidFill>
                <a:latin typeface="Times New Roman"/>
                <a:ea typeface="Times New Roman"/>
                <a:cs typeface="Times New Roman"/>
                <a:sym typeface="Times New Roman"/>
              </a:rPr>
              <a:t> reads instructions (open window, load tab).</a:t>
            </a:r>
            <a:endParaRPr>
              <a:solidFill>
                <a:schemeClr val="dk1"/>
              </a:solidFill>
              <a:latin typeface="Times New Roman"/>
              <a:ea typeface="Times New Roman"/>
              <a:cs typeface="Times New Roman"/>
              <a:sym typeface="Times New Roman"/>
            </a:endParaRPr>
          </a:p>
          <a:p>
            <a:pPr indent="-317500" lvl="0" marL="457200" rtl="0" algn="l">
              <a:lnSpc>
                <a:spcPct val="115000"/>
              </a:lnSpc>
              <a:spcBef>
                <a:spcPts val="0"/>
              </a:spcBef>
              <a:spcAft>
                <a:spcPts val="0"/>
              </a:spcAft>
              <a:buClr>
                <a:schemeClr val="dk1"/>
              </a:buClr>
              <a:buSzPts val="1400"/>
              <a:buAutoNum type="arabicPeriod"/>
            </a:pPr>
            <a:r>
              <a:rPr lang="en-IN">
                <a:solidFill>
                  <a:schemeClr val="dk1"/>
                </a:solidFill>
                <a:latin typeface="Times New Roman"/>
                <a:ea typeface="Times New Roman"/>
                <a:cs typeface="Times New Roman"/>
                <a:sym typeface="Times New Roman"/>
              </a:rPr>
              <a:t>It asks the </a:t>
            </a:r>
            <a:r>
              <a:rPr b="1" lang="en-IN">
                <a:solidFill>
                  <a:schemeClr val="dk1"/>
                </a:solidFill>
                <a:latin typeface="Times New Roman"/>
                <a:ea typeface="Times New Roman"/>
                <a:cs typeface="Times New Roman"/>
                <a:sym typeface="Times New Roman"/>
              </a:rPr>
              <a:t>RAM</a:t>
            </a:r>
            <a:r>
              <a:rPr lang="en-IN">
                <a:solidFill>
                  <a:schemeClr val="dk1"/>
                </a:solidFill>
                <a:latin typeface="Times New Roman"/>
                <a:ea typeface="Times New Roman"/>
                <a:cs typeface="Times New Roman"/>
                <a:sym typeface="Times New Roman"/>
              </a:rPr>
              <a:t> for data (like web page code).</a:t>
            </a:r>
            <a:endParaRPr>
              <a:solidFill>
                <a:schemeClr val="dk1"/>
              </a:solidFill>
              <a:latin typeface="Times New Roman"/>
              <a:ea typeface="Times New Roman"/>
              <a:cs typeface="Times New Roman"/>
              <a:sym typeface="Times New Roman"/>
            </a:endParaRPr>
          </a:p>
          <a:p>
            <a:pPr indent="-317500" lvl="0" marL="457200" rtl="0" algn="l">
              <a:lnSpc>
                <a:spcPct val="115000"/>
              </a:lnSpc>
              <a:spcBef>
                <a:spcPts val="0"/>
              </a:spcBef>
              <a:spcAft>
                <a:spcPts val="0"/>
              </a:spcAft>
              <a:buClr>
                <a:schemeClr val="dk1"/>
              </a:buClr>
              <a:buSzPts val="1400"/>
              <a:buFont typeface="Times New Roman"/>
              <a:buAutoNum type="arabicPeriod"/>
            </a:pPr>
            <a:r>
              <a:rPr lang="en-IN">
                <a:solidFill>
                  <a:schemeClr val="dk1"/>
                </a:solidFill>
                <a:latin typeface="Times New Roman"/>
                <a:ea typeface="Times New Roman"/>
                <a:cs typeface="Times New Roman"/>
                <a:sym typeface="Times New Roman"/>
              </a:rPr>
              <a:t>Executes instructions, sends results to the screen.</a:t>
            </a:r>
            <a:endParaRPr>
              <a:solidFill>
                <a:schemeClr val="dk1"/>
              </a:solidFill>
              <a:latin typeface="Times New Roman"/>
              <a:ea typeface="Times New Roman"/>
              <a:cs typeface="Times New Roman"/>
              <a:sym typeface="Times New Roman"/>
            </a:endParaRPr>
          </a:p>
          <a:p>
            <a:pPr indent="0" lvl="0" marL="0" rtl="0" algn="l">
              <a:lnSpc>
                <a:spcPct val="115000"/>
              </a:lnSpc>
              <a:spcBef>
                <a:spcPts val="1800"/>
              </a:spcBef>
              <a:spcAft>
                <a:spcPts val="0"/>
              </a:spcAft>
              <a:buClr>
                <a:schemeClr val="dk1"/>
              </a:buClr>
              <a:buSzPts val="1100"/>
              <a:buFont typeface="Arial"/>
              <a:buNone/>
            </a:pPr>
            <a:r>
              <a:rPr b="1" lang="en-IN">
                <a:solidFill>
                  <a:schemeClr val="dk1"/>
                </a:solidFill>
                <a:latin typeface="Times New Roman"/>
                <a:ea typeface="Times New Roman"/>
                <a:cs typeface="Times New Roman"/>
                <a:sym typeface="Times New Roman"/>
              </a:rPr>
              <a:t> GPU (Graphics Processing Unit) : </a:t>
            </a:r>
            <a:r>
              <a:rPr lang="en-IN">
                <a:solidFill>
                  <a:schemeClr val="dk1"/>
                </a:solidFill>
                <a:latin typeface="Times New Roman"/>
                <a:ea typeface="Times New Roman"/>
                <a:cs typeface="Times New Roman"/>
                <a:sym typeface="Times New Roman"/>
              </a:rPr>
              <a:t>The </a:t>
            </a:r>
            <a:r>
              <a:rPr b="1" lang="en-IN">
                <a:solidFill>
                  <a:schemeClr val="dk1"/>
                </a:solidFill>
                <a:latin typeface="Times New Roman"/>
                <a:ea typeface="Times New Roman"/>
                <a:cs typeface="Times New Roman"/>
                <a:sym typeface="Times New Roman"/>
              </a:rPr>
              <a:t>GPU</a:t>
            </a:r>
            <a:r>
              <a:rPr lang="en-IN">
                <a:solidFill>
                  <a:schemeClr val="dk1"/>
                </a:solidFill>
                <a:latin typeface="Times New Roman"/>
                <a:ea typeface="Times New Roman"/>
                <a:cs typeface="Times New Roman"/>
                <a:sym typeface="Times New Roman"/>
              </a:rPr>
              <a:t> is like a </a:t>
            </a:r>
            <a:r>
              <a:rPr b="1" lang="en-IN">
                <a:solidFill>
                  <a:schemeClr val="dk1"/>
                </a:solidFill>
                <a:latin typeface="Times New Roman"/>
                <a:ea typeface="Times New Roman"/>
                <a:cs typeface="Times New Roman"/>
                <a:sym typeface="Times New Roman"/>
              </a:rPr>
              <a:t>specialized helper</a:t>
            </a:r>
            <a:r>
              <a:rPr lang="en-IN">
                <a:solidFill>
                  <a:schemeClr val="dk1"/>
                </a:solidFill>
                <a:latin typeface="Times New Roman"/>
                <a:ea typeface="Times New Roman"/>
                <a:cs typeface="Times New Roman"/>
                <a:sym typeface="Times New Roman"/>
              </a:rPr>
              <a:t> for the CPU — built to handle </a:t>
            </a:r>
            <a:r>
              <a:rPr b="1" lang="en-IN">
                <a:solidFill>
                  <a:schemeClr val="dk1"/>
                </a:solidFill>
                <a:latin typeface="Times New Roman"/>
                <a:ea typeface="Times New Roman"/>
                <a:cs typeface="Times New Roman"/>
                <a:sym typeface="Times New Roman"/>
              </a:rPr>
              <a:t>massively parallel tasks</a:t>
            </a:r>
            <a:r>
              <a:rPr lang="en-IN">
                <a:solidFill>
                  <a:schemeClr val="dk1"/>
                </a:solidFill>
                <a:latin typeface="Times New Roman"/>
                <a:ea typeface="Times New Roman"/>
                <a:cs typeface="Times New Roman"/>
                <a:sym typeface="Times New Roman"/>
              </a:rPr>
              <a:t>. Example: Password Cracking :</a:t>
            </a:r>
            <a:r>
              <a:rPr b="1" lang="en-IN">
                <a:solidFill>
                  <a:schemeClr val="dk1"/>
                </a:solidFill>
                <a:latin typeface="Times New Roman"/>
                <a:ea typeface="Times New Roman"/>
                <a:cs typeface="Times New Roman"/>
                <a:sym typeface="Times New Roman"/>
              </a:rPr>
              <a:t> </a:t>
            </a:r>
            <a:r>
              <a:rPr lang="en-IN">
                <a:solidFill>
                  <a:schemeClr val="dk1"/>
                </a:solidFill>
                <a:latin typeface="Times New Roman"/>
                <a:ea typeface="Times New Roman"/>
                <a:cs typeface="Times New Roman"/>
                <a:sym typeface="Times New Roman"/>
              </a:rPr>
              <a:t>Let’s say you’re cracking 1 million password hashes.</a:t>
            </a:r>
            <a:endParaRPr>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0"/>
              </a:spcAft>
              <a:buNone/>
            </a:pPr>
            <a:r>
              <a:t/>
            </a:r>
            <a:endParaRPr>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t/>
            </a:r>
            <a:endParaRPr sz="15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a:p>
        </p:txBody>
      </p:sp>
      <p:pic>
        <p:nvPicPr>
          <p:cNvPr id="360" name="Google Shape;360;g394a4e65e7b_2_4" title="Screenshot 2025-10-15 at 12.11.21 PM.png"/>
          <p:cNvPicPr preferRelativeResize="0"/>
          <p:nvPr/>
        </p:nvPicPr>
        <p:blipFill>
          <a:blip r:embed="rId3">
            <a:alphaModFix/>
          </a:blip>
          <a:stretch>
            <a:fillRect/>
          </a:stretch>
        </p:blipFill>
        <p:spPr>
          <a:xfrm>
            <a:off x="89150" y="3477125"/>
            <a:ext cx="5904876" cy="1341525"/>
          </a:xfrm>
          <a:prstGeom prst="rect">
            <a:avLst/>
          </a:prstGeom>
          <a:noFill/>
          <a:ln>
            <a:noFill/>
          </a:ln>
        </p:spPr>
      </p:pic>
      <p:sp>
        <p:nvSpPr>
          <p:cNvPr id="361" name="Google Shape;361;g394a4e65e7b_2_4"/>
          <p:cNvSpPr txBox="1"/>
          <p:nvPr/>
        </p:nvSpPr>
        <p:spPr>
          <a:xfrm>
            <a:off x="89150" y="4924400"/>
            <a:ext cx="11199900" cy="648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800"/>
              </a:spcBef>
              <a:spcAft>
                <a:spcPts val="400"/>
              </a:spcAft>
              <a:buNone/>
            </a:pPr>
            <a:r>
              <a:rPr b="1" lang="en-IN">
                <a:solidFill>
                  <a:schemeClr val="dk1"/>
                </a:solidFill>
                <a:latin typeface="Times New Roman"/>
                <a:ea typeface="Times New Roman"/>
                <a:cs typeface="Times New Roman"/>
                <a:sym typeface="Times New Roman"/>
              </a:rPr>
              <a:t>GPU Drivers : </a:t>
            </a:r>
            <a:r>
              <a:rPr lang="en-IN">
                <a:solidFill>
                  <a:schemeClr val="dk1"/>
                </a:solidFill>
                <a:latin typeface="Times New Roman"/>
                <a:ea typeface="Times New Roman"/>
                <a:cs typeface="Times New Roman"/>
                <a:sym typeface="Times New Roman"/>
              </a:rPr>
              <a:t>A </a:t>
            </a:r>
            <a:r>
              <a:rPr b="1" lang="en-IN">
                <a:solidFill>
                  <a:schemeClr val="dk1"/>
                </a:solidFill>
                <a:latin typeface="Times New Roman"/>
                <a:ea typeface="Times New Roman"/>
                <a:cs typeface="Times New Roman"/>
                <a:sym typeface="Times New Roman"/>
              </a:rPr>
              <a:t>GPU driver</a:t>
            </a:r>
            <a:r>
              <a:rPr lang="en-IN">
                <a:solidFill>
                  <a:schemeClr val="dk1"/>
                </a:solidFill>
                <a:latin typeface="Times New Roman"/>
                <a:ea typeface="Times New Roman"/>
                <a:cs typeface="Times New Roman"/>
                <a:sym typeface="Times New Roman"/>
              </a:rPr>
              <a:t> is </a:t>
            </a:r>
            <a:r>
              <a:rPr b="1" lang="en-IN">
                <a:solidFill>
                  <a:schemeClr val="dk1"/>
                </a:solidFill>
                <a:latin typeface="Times New Roman"/>
                <a:ea typeface="Times New Roman"/>
                <a:cs typeface="Times New Roman"/>
                <a:sym typeface="Times New Roman"/>
              </a:rPr>
              <a:t>software that lets your operating system communicate with the GPU hardware</a:t>
            </a:r>
            <a:r>
              <a:rPr lang="en-IN">
                <a:solidFill>
                  <a:schemeClr val="dk1"/>
                </a:solidFill>
                <a:latin typeface="Times New Roman"/>
                <a:ea typeface="Times New Roman"/>
                <a:cs typeface="Times New Roman"/>
                <a:sym typeface="Times New Roman"/>
              </a:rPr>
              <a:t>. Without the driver, your OS won’t understand how to use the GPU. Example : (company -NVIDIA) - ( driver name - CUDA, NVIDIA DRIVER) etc.</a:t>
            </a:r>
            <a:endParaRPr>
              <a:solidFill>
                <a:schemeClr val="dk1"/>
              </a:solidFill>
              <a:latin typeface="Times New Roman"/>
              <a:ea typeface="Times New Roman"/>
              <a:cs typeface="Times New Roman"/>
              <a:sym typeface="Times New Roman"/>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6" name="Shape 366"/>
        <p:cNvGrpSpPr/>
        <p:nvPr/>
      </p:nvGrpSpPr>
      <p:grpSpPr>
        <a:xfrm>
          <a:off x="0" y="0"/>
          <a:ext cx="0" cy="0"/>
          <a:chOff x="0" y="0"/>
          <a:chExt cx="0" cy="0"/>
        </a:xfrm>
      </p:grpSpPr>
      <p:sp>
        <p:nvSpPr>
          <p:cNvPr id="367" name="Google Shape;367;g39484645258_0_224"/>
          <p:cNvSpPr txBox="1"/>
          <p:nvPr/>
        </p:nvSpPr>
        <p:spPr>
          <a:xfrm>
            <a:off x="0" y="0"/>
            <a:ext cx="12029700" cy="2755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IN"/>
              <a:t>Install on Kali Linux — exact commands</a:t>
            </a:r>
            <a:endParaRPr/>
          </a:p>
          <a:p>
            <a:pPr indent="0" lvl="0" marL="0" rtl="0" algn="l">
              <a:spcBef>
                <a:spcPts val="0"/>
              </a:spcBef>
              <a:spcAft>
                <a:spcPts val="0"/>
              </a:spcAft>
              <a:buNone/>
            </a:pPr>
            <a:r>
              <a:t/>
            </a:r>
            <a:endParaRPr/>
          </a:p>
          <a:p>
            <a:pPr indent="0" lvl="0" marL="0" rtl="0" algn="l">
              <a:spcBef>
                <a:spcPts val="0"/>
              </a:spcBef>
              <a:spcAft>
                <a:spcPts val="0"/>
              </a:spcAft>
              <a:buNone/>
            </a:pPr>
            <a:r>
              <a:rPr lang="en-IN"/>
              <a:t>Open a terminal and run these in order. They install Hashcat and John, OpenCL runtime support, wordlists, and (optionally) NVIDIA drivers.</a:t>
            </a:r>
            <a:endParaRPr/>
          </a:p>
          <a:p>
            <a:pPr indent="0" lvl="0" marL="0" rtl="0" algn="l">
              <a:spcBef>
                <a:spcPts val="0"/>
              </a:spcBef>
              <a:spcAft>
                <a:spcPts val="0"/>
              </a:spcAft>
              <a:buNone/>
            </a:pPr>
            <a:r>
              <a:t/>
            </a:r>
            <a:endParaRPr/>
          </a:p>
          <a:p>
            <a:pPr indent="0" lvl="0" marL="0" rtl="0" algn="l">
              <a:spcBef>
                <a:spcPts val="0"/>
              </a:spcBef>
              <a:spcAft>
                <a:spcPts val="0"/>
              </a:spcAft>
              <a:buClr>
                <a:schemeClr val="dk1"/>
              </a:buClr>
              <a:buSzPts val="1100"/>
              <a:buFont typeface="Arial"/>
              <a:buNone/>
            </a:pPr>
            <a:r>
              <a:rPr lang="en-IN"/>
              <a:t>sudo apt update</a:t>
            </a:r>
            <a:endParaRPr/>
          </a:p>
          <a:p>
            <a:pPr indent="0" lvl="0" marL="0" rtl="0" algn="l">
              <a:spcBef>
                <a:spcPts val="0"/>
              </a:spcBef>
              <a:spcAft>
                <a:spcPts val="0"/>
              </a:spcAft>
              <a:buClr>
                <a:schemeClr val="dk1"/>
              </a:buClr>
              <a:buSzPts val="1100"/>
              <a:buFont typeface="Arial"/>
              <a:buNone/>
            </a:pPr>
            <a:r>
              <a:rPr lang="en-IN"/>
              <a:t>sudo apt upgrade -y</a:t>
            </a:r>
            <a:endParaRPr/>
          </a:p>
          <a:p>
            <a:pPr indent="0" lvl="0" marL="0" rtl="0" algn="l">
              <a:spcBef>
                <a:spcPts val="0"/>
              </a:spcBef>
              <a:spcAft>
                <a:spcPts val="0"/>
              </a:spcAft>
              <a:buClr>
                <a:schemeClr val="dk1"/>
              </a:buClr>
              <a:buSzPts val="1100"/>
              <a:buFont typeface="Arial"/>
              <a:buNone/>
            </a:pPr>
            <a:r>
              <a:rPr lang="en-IN"/>
              <a:t>sudo apt install -y hashcat john </a:t>
            </a:r>
            <a:r>
              <a:rPr lang="en-IN">
                <a:solidFill>
                  <a:srgbClr val="CC0000"/>
                </a:solidFill>
              </a:rPr>
              <a:t>ocl-icd-libopencl1 ocl-icd-opencl-dev  (These </a:t>
            </a:r>
            <a:r>
              <a:rPr lang="en-IN" sz="1300">
                <a:solidFill>
                  <a:srgbClr val="CC0000"/>
                </a:solidFill>
              </a:rPr>
              <a:t>OpenCL (Open Computing Language) drivers — they allow tools like Hashcat to talk to your GPU, regardless of brand (NVIDIA/AMD)).</a:t>
            </a:r>
            <a:endParaRPr>
              <a:solidFill>
                <a:srgbClr val="CC0000"/>
              </a:solidFill>
            </a:endParaRPr>
          </a:p>
          <a:p>
            <a:pPr indent="0" lvl="0" marL="0" rtl="0" algn="l">
              <a:spcBef>
                <a:spcPts val="0"/>
              </a:spcBef>
              <a:spcAft>
                <a:spcPts val="0"/>
              </a:spcAft>
              <a:buClr>
                <a:schemeClr val="dk1"/>
              </a:buClr>
              <a:buSzPts val="1100"/>
              <a:buFont typeface="Arial"/>
              <a:buNone/>
            </a:pPr>
            <a:r>
              <a:rPr lang="en-IN"/>
              <a:t>sudo apt install -y seclists wordlists</a:t>
            </a:r>
            <a:endParaRPr/>
          </a:p>
          <a:p>
            <a:pPr indent="0" lvl="0" marL="0" rtl="0" algn="l">
              <a:spcBef>
                <a:spcPts val="0"/>
              </a:spcBef>
              <a:spcAft>
                <a:spcPts val="0"/>
              </a:spcAft>
              <a:buClr>
                <a:schemeClr val="dk1"/>
              </a:buClr>
              <a:buSzPts val="1100"/>
              <a:buFont typeface="Arial"/>
              <a:buNone/>
            </a:pPr>
            <a:r>
              <a:rPr lang="en-IN"/>
              <a:t># Decompress rockyou if present as gz</a:t>
            </a:r>
            <a:endParaRPr/>
          </a:p>
          <a:p>
            <a:pPr indent="0" lvl="0" marL="0" rtl="0" algn="l">
              <a:spcBef>
                <a:spcPts val="0"/>
              </a:spcBef>
              <a:spcAft>
                <a:spcPts val="0"/>
              </a:spcAft>
              <a:buClr>
                <a:schemeClr val="dk1"/>
              </a:buClr>
              <a:buSzPts val="1100"/>
              <a:buFont typeface="Arial"/>
              <a:buNone/>
            </a:pPr>
            <a:r>
              <a:rPr lang="en-IN"/>
              <a:t>sudo gzip -d /usr/share/wordlists/rockyou.txt.gz 2&gt;/dev/null || true</a:t>
            </a:r>
            <a:endParaRPr/>
          </a:p>
          <a:p>
            <a:pPr indent="0" lvl="0" marL="0" rtl="0" algn="l">
              <a:spcBef>
                <a:spcPts val="0"/>
              </a:spcBef>
              <a:spcAft>
                <a:spcPts val="0"/>
              </a:spcAft>
              <a:buNone/>
            </a:pPr>
            <a:r>
              <a:t/>
            </a:r>
            <a:endParaRPr/>
          </a:p>
        </p:txBody>
      </p:sp>
      <p:pic>
        <p:nvPicPr>
          <p:cNvPr id="368" name="Google Shape;368;g39484645258_0_224" title="Screenshot 2025-10-15 at 1.27.37 AM.png"/>
          <p:cNvPicPr preferRelativeResize="0"/>
          <p:nvPr/>
        </p:nvPicPr>
        <p:blipFill>
          <a:blip r:embed="rId3">
            <a:alphaModFix/>
          </a:blip>
          <a:stretch>
            <a:fillRect/>
          </a:stretch>
        </p:blipFill>
        <p:spPr>
          <a:xfrm>
            <a:off x="152400" y="2994525"/>
            <a:ext cx="11887201" cy="3412927"/>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3" name="Shape 373"/>
        <p:cNvGrpSpPr/>
        <p:nvPr/>
      </p:nvGrpSpPr>
      <p:grpSpPr>
        <a:xfrm>
          <a:off x="0" y="0"/>
          <a:ext cx="0" cy="0"/>
          <a:chOff x="0" y="0"/>
          <a:chExt cx="0" cy="0"/>
        </a:xfrm>
      </p:grpSpPr>
      <p:sp>
        <p:nvSpPr>
          <p:cNvPr id="374" name="Google Shape;374;g39484645258_0_208"/>
          <p:cNvSpPr txBox="1"/>
          <p:nvPr/>
        </p:nvSpPr>
        <p:spPr>
          <a:xfrm>
            <a:off x="0" y="0"/>
            <a:ext cx="119667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IN" sz="1800">
                <a:solidFill>
                  <a:srgbClr val="3F3F3F"/>
                </a:solidFill>
                <a:latin typeface="Meiryo"/>
                <a:ea typeface="Meiryo"/>
                <a:cs typeface="Meiryo"/>
                <a:sym typeface="Meiryo"/>
              </a:rPr>
              <a:t>So for eg for : user the password is password</a:t>
            </a:r>
            <a:endParaRPr sz="1800">
              <a:solidFill>
                <a:srgbClr val="3F3F3F"/>
              </a:solidFill>
              <a:latin typeface="Meiryo"/>
              <a:ea typeface="Meiryo"/>
              <a:cs typeface="Meiryo"/>
              <a:sym typeface="Meiryo"/>
            </a:endParaRPr>
          </a:p>
          <a:p>
            <a:pPr indent="0" lvl="0" marL="0" rtl="0" algn="l">
              <a:spcBef>
                <a:spcPts val="0"/>
              </a:spcBef>
              <a:spcAft>
                <a:spcPts val="0"/>
              </a:spcAft>
              <a:buNone/>
            </a:pPr>
            <a:r>
              <a:rPr lang="en-IN" sz="1800">
                <a:solidFill>
                  <a:srgbClr val="3F3F3F"/>
                </a:solidFill>
                <a:latin typeface="Meiryo"/>
                <a:ea typeface="Meiryo"/>
                <a:cs typeface="Meiryo"/>
                <a:sym typeface="Meiryo"/>
              </a:rPr>
              <a:t>		     : gordon the password is abc123, so using this user and password we can log into there user account.</a:t>
            </a:r>
            <a:endParaRPr/>
          </a:p>
        </p:txBody>
      </p:sp>
      <p:pic>
        <p:nvPicPr>
          <p:cNvPr id="375" name="Google Shape;375;g39484645258_0_208" title="Screenshot 2025-10-15 at 1.19.43 AM.png"/>
          <p:cNvPicPr preferRelativeResize="0"/>
          <p:nvPr/>
        </p:nvPicPr>
        <p:blipFill>
          <a:blip r:embed="rId3">
            <a:alphaModFix/>
          </a:blip>
          <a:stretch>
            <a:fillRect/>
          </a:stretch>
        </p:blipFill>
        <p:spPr>
          <a:xfrm>
            <a:off x="152400" y="2358825"/>
            <a:ext cx="5283003" cy="4346774"/>
          </a:xfrm>
          <a:prstGeom prst="rect">
            <a:avLst/>
          </a:prstGeom>
          <a:noFill/>
          <a:ln>
            <a:noFill/>
          </a:ln>
        </p:spPr>
      </p:pic>
      <p:pic>
        <p:nvPicPr>
          <p:cNvPr id="376" name="Google Shape;376;g39484645258_0_208" title="Screenshot 2025-10-15 at 1.27.05 AM.png"/>
          <p:cNvPicPr preferRelativeResize="0"/>
          <p:nvPr/>
        </p:nvPicPr>
        <p:blipFill>
          <a:blip r:embed="rId4">
            <a:alphaModFix/>
          </a:blip>
          <a:stretch>
            <a:fillRect/>
          </a:stretch>
        </p:blipFill>
        <p:spPr>
          <a:xfrm>
            <a:off x="6554603" y="891300"/>
            <a:ext cx="4780646" cy="5814299"/>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1" name="Shape 381"/>
        <p:cNvGrpSpPr/>
        <p:nvPr/>
      </p:nvGrpSpPr>
      <p:grpSpPr>
        <a:xfrm>
          <a:off x="0" y="0"/>
          <a:ext cx="0" cy="0"/>
          <a:chOff x="0" y="0"/>
          <a:chExt cx="0" cy="0"/>
        </a:xfrm>
      </p:grpSpPr>
      <p:sp>
        <p:nvSpPr>
          <p:cNvPr id="382" name="Google Shape;382;g3951a309050_0_6"/>
          <p:cNvSpPr txBox="1"/>
          <p:nvPr/>
        </p:nvSpPr>
        <p:spPr>
          <a:xfrm>
            <a:off x="186975" y="265450"/>
            <a:ext cx="48126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IN" sz="1800">
                <a:solidFill>
                  <a:srgbClr val="3F3F3F"/>
                </a:solidFill>
                <a:latin typeface="Meiryo"/>
                <a:ea typeface="Meiryo"/>
                <a:cs typeface="Meiryo"/>
                <a:sym typeface="Meiryo"/>
              </a:rPr>
              <a:t>BLIND </a:t>
            </a:r>
            <a:r>
              <a:rPr lang="en-IN" sz="1800">
                <a:solidFill>
                  <a:srgbClr val="3F3F3F"/>
                </a:solidFill>
                <a:latin typeface="Meiryo"/>
                <a:ea typeface="Meiryo"/>
                <a:cs typeface="Meiryo"/>
                <a:sym typeface="Meiryo"/>
              </a:rPr>
              <a:t>SQL INJECTION </a:t>
            </a:r>
            <a:endParaRPr sz="1800">
              <a:solidFill>
                <a:srgbClr val="3F3F3F"/>
              </a:solidFill>
              <a:latin typeface="Meiryo"/>
              <a:ea typeface="Meiryo"/>
              <a:cs typeface="Meiryo"/>
              <a:sym typeface="Meiryo"/>
            </a:endParaRPr>
          </a:p>
        </p:txBody>
      </p:sp>
      <p:sp>
        <p:nvSpPr>
          <p:cNvPr id="383" name="Google Shape;383;g3951a309050_0_6"/>
          <p:cNvSpPr txBox="1"/>
          <p:nvPr/>
        </p:nvSpPr>
        <p:spPr>
          <a:xfrm>
            <a:off x="186975" y="852250"/>
            <a:ext cx="113163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IN" sz="1800">
                <a:solidFill>
                  <a:srgbClr val="3F3F3F"/>
                </a:solidFill>
                <a:latin typeface="Times New Roman"/>
                <a:ea typeface="Times New Roman"/>
                <a:cs typeface="Times New Roman"/>
                <a:sym typeface="Times New Roman"/>
              </a:rPr>
              <a:t>Blind SQL (Structured Query Language) injection is a type of </a:t>
            </a:r>
            <a:r>
              <a:rPr lang="en-IN" sz="1800">
                <a:solidFill>
                  <a:srgbClr val="3F3F3F"/>
                </a:solidFill>
                <a:uFill>
                  <a:noFill/>
                </a:uFill>
                <a:latin typeface="Times New Roman"/>
                <a:ea typeface="Times New Roman"/>
                <a:cs typeface="Times New Roman"/>
                <a:sym typeface="Times New Roman"/>
                <a:hlinkClick r:id="rId3">
                  <a:extLst>
                    <a:ext uri="{A12FA001-AC4F-418D-AE19-62706E023703}">
                      <ahyp:hlinkClr val="tx"/>
                    </a:ext>
                  </a:extLst>
                </a:hlinkClick>
              </a:rPr>
              <a:t>SQL Injection</a:t>
            </a:r>
            <a:r>
              <a:rPr lang="en-IN" sz="1800">
                <a:solidFill>
                  <a:srgbClr val="3F3F3F"/>
                </a:solidFill>
                <a:latin typeface="Times New Roman"/>
                <a:ea typeface="Times New Roman"/>
                <a:cs typeface="Times New Roman"/>
                <a:sym typeface="Times New Roman"/>
              </a:rPr>
              <a:t> attack that asks the database true or false questions and determines the answer based on the applications response</a:t>
            </a:r>
            <a:endParaRPr sz="1800">
              <a:solidFill>
                <a:srgbClr val="3F3F3F"/>
              </a:solidFill>
              <a:latin typeface="Times New Roman"/>
              <a:ea typeface="Times New Roman"/>
              <a:cs typeface="Times New Roman"/>
              <a:sym typeface="Times New Roman"/>
            </a:endParaRPr>
          </a:p>
        </p:txBody>
      </p:sp>
      <p:sp>
        <p:nvSpPr>
          <p:cNvPr id="384" name="Google Shape;384;g3951a309050_0_6"/>
          <p:cNvSpPr txBox="1"/>
          <p:nvPr/>
        </p:nvSpPr>
        <p:spPr>
          <a:xfrm>
            <a:off x="158780" y="1762975"/>
            <a:ext cx="11282700" cy="1571400"/>
          </a:xfrm>
          <a:prstGeom prst="rect">
            <a:avLst/>
          </a:prstGeom>
          <a:noFill/>
          <a:ln>
            <a:noFill/>
          </a:ln>
        </p:spPr>
        <p:txBody>
          <a:bodyPr anchorCtr="0" anchor="t" bIns="91425" lIns="91425" spcFirstLastPara="1" rIns="91425" wrap="square" tIns="91425">
            <a:spAutoFit/>
          </a:bodyPr>
          <a:lstStyle/>
          <a:p>
            <a:pPr indent="-342900" lvl="0" marL="457200" rtl="0" algn="l">
              <a:lnSpc>
                <a:spcPct val="115000"/>
              </a:lnSpc>
              <a:spcBef>
                <a:spcPts val="1200"/>
              </a:spcBef>
              <a:spcAft>
                <a:spcPts val="0"/>
              </a:spcAft>
              <a:buClr>
                <a:srgbClr val="3F3F3F"/>
              </a:buClr>
              <a:buSzPts val="1800"/>
              <a:buChar char="●"/>
            </a:pPr>
            <a:r>
              <a:rPr b="1" lang="en-IN" sz="1800">
                <a:solidFill>
                  <a:srgbClr val="3F3F3F"/>
                </a:solidFill>
                <a:latin typeface="Times New Roman"/>
                <a:ea typeface="Times New Roman"/>
                <a:cs typeface="Times New Roman"/>
                <a:sym typeface="Times New Roman"/>
              </a:rPr>
              <a:t>Boolean blind</a:t>
            </a:r>
            <a:r>
              <a:rPr lang="en-IN" sz="1800">
                <a:solidFill>
                  <a:srgbClr val="3F3F3F"/>
                </a:solidFill>
                <a:latin typeface="Times New Roman"/>
                <a:ea typeface="Times New Roman"/>
                <a:cs typeface="Times New Roman"/>
                <a:sym typeface="Times New Roman"/>
              </a:rPr>
              <a:t>: server returns different page content depending on a true/false condition (no visible DB output).</a:t>
            </a:r>
            <a:endParaRPr sz="1800">
              <a:solidFill>
                <a:srgbClr val="3F3F3F"/>
              </a:solidFill>
              <a:latin typeface="Times New Roman"/>
              <a:ea typeface="Times New Roman"/>
              <a:cs typeface="Times New Roman"/>
              <a:sym typeface="Times New Roman"/>
            </a:endParaRPr>
          </a:p>
          <a:p>
            <a:pPr indent="-342900" lvl="0" marL="457200" rtl="0" algn="l">
              <a:lnSpc>
                <a:spcPct val="115000"/>
              </a:lnSpc>
              <a:spcBef>
                <a:spcPts val="0"/>
              </a:spcBef>
              <a:spcAft>
                <a:spcPts val="0"/>
              </a:spcAft>
              <a:buClr>
                <a:srgbClr val="3F3F3F"/>
              </a:buClr>
              <a:buSzPts val="1800"/>
              <a:buChar char="●"/>
            </a:pPr>
            <a:r>
              <a:rPr b="1" lang="en-IN" sz="1800">
                <a:solidFill>
                  <a:srgbClr val="3F3F3F"/>
                </a:solidFill>
                <a:latin typeface="Times New Roman"/>
                <a:ea typeface="Times New Roman"/>
                <a:cs typeface="Times New Roman"/>
                <a:sym typeface="Times New Roman"/>
              </a:rPr>
              <a:t>Time‑based blind</a:t>
            </a:r>
            <a:r>
              <a:rPr lang="en-IN" sz="1800">
                <a:solidFill>
                  <a:srgbClr val="3F3F3F"/>
                </a:solidFill>
                <a:latin typeface="Times New Roman"/>
                <a:ea typeface="Times New Roman"/>
                <a:cs typeface="Times New Roman"/>
                <a:sym typeface="Times New Roman"/>
              </a:rPr>
              <a:t>: server delays response when condition is true (useful when content doesn’t change but timing does).</a:t>
            </a:r>
            <a:endParaRPr sz="1800">
              <a:solidFill>
                <a:srgbClr val="3F3F3F"/>
              </a:solidFill>
              <a:latin typeface="Times New Roman"/>
              <a:ea typeface="Times New Roman"/>
              <a:cs typeface="Times New Roman"/>
              <a:sym typeface="Times New Roman"/>
            </a:endParaRPr>
          </a:p>
          <a:p>
            <a:pPr indent="0" lvl="0" marL="0" rtl="0" algn="l">
              <a:lnSpc>
                <a:spcPct val="115000"/>
              </a:lnSpc>
              <a:spcBef>
                <a:spcPts val="1200"/>
              </a:spcBef>
              <a:spcAft>
                <a:spcPts val="1200"/>
              </a:spcAft>
              <a:buNone/>
            </a:pPr>
            <a:r>
              <a:rPr lang="en-IN" sz="1800">
                <a:solidFill>
                  <a:srgbClr val="3F3F3F"/>
                </a:solidFill>
                <a:latin typeface="Times New Roman"/>
                <a:ea typeface="Times New Roman"/>
                <a:cs typeface="Times New Roman"/>
                <a:sym typeface="Times New Roman"/>
              </a:rPr>
              <a:t>Both let you </a:t>
            </a:r>
            <a:r>
              <a:rPr i="1" lang="en-IN" sz="1800">
                <a:solidFill>
                  <a:srgbClr val="3F3F3F"/>
                </a:solidFill>
                <a:latin typeface="Times New Roman"/>
                <a:ea typeface="Times New Roman"/>
                <a:cs typeface="Times New Roman"/>
                <a:sym typeface="Times New Roman"/>
              </a:rPr>
              <a:t>extract</a:t>
            </a:r>
            <a:r>
              <a:rPr lang="en-IN" sz="1800">
                <a:solidFill>
                  <a:srgbClr val="3F3F3F"/>
                </a:solidFill>
                <a:latin typeface="Times New Roman"/>
                <a:ea typeface="Times New Roman"/>
                <a:cs typeface="Times New Roman"/>
                <a:sym typeface="Times New Roman"/>
              </a:rPr>
              <a:t> data one bit/character at a time.</a:t>
            </a:r>
            <a:endParaRPr sz="1800">
              <a:solidFill>
                <a:srgbClr val="3F3F3F"/>
              </a:solidFill>
              <a:latin typeface="Times New Roman"/>
              <a:ea typeface="Times New Roman"/>
              <a:cs typeface="Times New Roman"/>
              <a:sym typeface="Times New Roman"/>
            </a:endParaRPr>
          </a:p>
        </p:txBody>
      </p:sp>
      <p:pic>
        <p:nvPicPr>
          <p:cNvPr id="385" name="Google Shape;385;g3951a309050_0_6" title="Screenshot 2025-10-22 at 7.40.10 AM.png"/>
          <p:cNvPicPr preferRelativeResize="0"/>
          <p:nvPr/>
        </p:nvPicPr>
        <p:blipFill>
          <a:blip r:embed="rId4">
            <a:alphaModFix/>
          </a:blip>
          <a:stretch>
            <a:fillRect/>
          </a:stretch>
        </p:blipFill>
        <p:spPr>
          <a:xfrm>
            <a:off x="5099825" y="2646074"/>
            <a:ext cx="6950927" cy="4076200"/>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0" name="Shape 390"/>
        <p:cNvGrpSpPr/>
        <p:nvPr/>
      </p:nvGrpSpPr>
      <p:grpSpPr>
        <a:xfrm>
          <a:off x="0" y="0"/>
          <a:ext cx="0" cy="0"/>
          <a:chOff x="0" y="0"/>
          <a:chExt cx="0" cy="0"/>
        </a:xfrm>
      </p:grpSpPr>
      <p:sp>
        <p:nvSpPr>
          <p:cNvPr id="391" name="Google Shape;391;g3951a309050_0_12"/>
          <p:cNvSpPr txBox="1"/>
          <p:nvPr/>
        </p:nvSpPr>
        <p:spPr>
          <a:xfrm>
            <a:off x="0" y="0"/>
            <a:ext cx="7414200" cy="2809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IN"/>
              <a:t>Detecting blind injection (quick tests)</a:t>
            </a:r>
            <a:endParaRPr/>
          </a:p>
          <a:p>
            <a:pPr indent="0" lvl="0" marL="0" rtl="0" algn="l">
              <a:spcBef>
                <a:spcPts val="0"/>
              </a:spcBef>
              <a:spcAft>
                <a:spcPts val="0"/>
              </a:spcAft>
              <a:buNone/>
            </a:pPr>
            <a:r>
              <a:t/>
            </a:r>
            <a:endParaRPr/>
          </a:p>
          <a:p>
            <a:pPr indent="0" lvl="0" marL="0" rtl="0" algn="l">
              <a:lnSpc>
                <a:spcPct val="115000"/>
              </a:lnSpc>
              <a:spcBef>
                <a:spcPts val="1200"/>
              </a:spcBef>
              <a:spcAft>
                <a:spcPts val="0"/>
              </a:spcAft>
              <a:buNone/>
            </a:pPr>
            <a:r>
              <a:rPr lang="en-IN" sz="1100">
                <a:solidFill>
                  <a:schemeClr val="dk1"/>
                </a:solidFill>
              </a:rPr>
              <a:t>A. </a:t>
            </a:r>
            <a:r>
              <a:rPr b="1" lang="en-IN" sz="1100">
                <a:solidFill>
                  <a:schemeClr val="dk1"/>
                </a:solidFill>
              </a:rPr>
              <a:t>Boolean test</a:t>
            </a:r>
            <a:r>
              <a:rPr lang="en-IN" sz="1100">
                <a:solidFill>
                  <a:schemeClr val="dk1"/>
                </a:solidFill>
              </a:rPr>
              <a:t> (try to change page content):.</a:t>
            </a:r>
            <a:endParaRPr sz="11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IN" sz="1100">
                <a:solidFill>
                  <a:schemeClr val="dk1"/>
                </a:solidFill>
              </a:rPr>
              <a:t>Test true/false payloads (MySQL example):</a:t>
            </a:r>
            <a:endParaRPr sz="1100">
              <a:solidFill>
                <a:schemeClr val="dk1"/>
              </a:solidFill>
            </a:endParaRPr>
          </a:p>
          <a:p>
            <a:pPr indent="-298450" lvl="1" marL="914400" rtl="0" algn="l">
              <a:lnSpc>
                <a:spcPct val="115000"/>
              </a:lnSpc>
              <a:spcBef>
                <a:spcPts val="0"/>
              </a:spcBef>
              <a:spcAft>
                <a:spcPts val="0"/>
              </a:spcAft>
              <a:buClr>
                <a:schemeClr val="dk1"/>
              </a:buClr>
              <a:buSzPts val="1100"/>
              <a:buChar char="○"/>
            </a:pPr>
            <a:r>
              <a:rPr lang="en-IN" sz="1100">
                <a:solidFill>
                  <a:schemeClr val="dk1"/>
                </a:solidFill>
              </a:rPr>
              <a:t>True: </a:t>
            </a:r>
            <a:r>
              <a:rPr lang="en-IN" sz="1100">
                <a:solidFill>
                  <a:srgbClr val="188038"/>
                </a:solidFill>
                <a:latin typeface="Roboto Mono"/>
                <a:ea typeface="Roboto Mono"/>
                <a:cs typeface="Roboto Mono"/>
                <a:sym typeface="Roboto Mono"/>
              </a:rPr>
              <a:t>id=1' AND 1=1 -- -</a:t>
            </a:r>
            <a:endParaRPr sz="1100">
              <a:solidFill>
                <a:srgbClr val="188038"/>
              </a:solidFill>
              <a:latin typeface="Roboto Mono"/>
              <a:ea typeface="Roboto Mono"/>
              <a:cs typeface="Roboto Mono"/>
              <a:sym typeface="Roboto Mono"/>
            </a:endParaRPr>
          </a:p>
          <a:p>
            <a:pPr indent="-298450" lvl="1" marL="914400" rtl="0" algn="l">
              <a:lnSpc>
                <a:spcPct val="115000"/>
              </a:lnSpc>
              <a:spcBef>
                <a:spcPts val="0"/>
              </a:spcBef>
              <a:spcAft>
                <a:spcPts val="0"/>
              </a:spcAft>
              <a:buClr>
                <a:schemeClr val="dk1"/>
              </a:buClr>
              <a:buSzPts val="1100"/>
              <a:buChar char="○"/>
            </a:pPr>
            <a:r>
              <a:rPr lang="en-IN" sz="1100">
                <a:solidFill>
                  <a:schemeClr val="dk1"/>
                </a:solidFill>
              </a:rPr>
              <a:t>False: </a:t>
            </a:r>
            <a:r>
              <a:rPr lang="en-IN" sz="1100">
                <a:solidFill>
                  <a:srgbClr val="188038"/>
                </a:solidFill>
                <a:latin typeface="Roboto Mono"/>
                <a:ea typeface="Roboto Mono"/>
                <a:cs typeface="Roboto Mono"/>
                <a:sym typeface="Roboto Mono"/>
              </a:rPr>
              <a:t>id=1' AND 1=2 -- -</a:t>
            </a:r>
            <a:endParaRPr sz="1100">
              <a:solidFill>
                <a:srgbClr val="188038"/>
              </a:solidFill>
              <a:latin typeface="Roboto Mono"/>
              <a:ea typeface="Roboto Mono"/>
              <a:cs typeface="Roboto Mono"/>
              <a:sym typeface="Roboto Mono"/>
            </a:endParaRPr>
          </a:p>
          <a:p>
            <a:pPr indent="-298450" lvl="0" marL="457200" rtl="0" algn="l">
              <a:lnSpc>
                <a:spcPct val="115000"/>
              </a:lnSpc>
              <a:spcBef>
                <a:spcPts val="0"/>
              </a:spcBef>
              <a:spcAft>
                <a:spcPts val="0"/>
              </a:spcAft>
              <a:buClr>
                <a:schemeClr val="dk1"/>
              </a:buClr>
              <a:buSzPts val="1100"/>
              <a:buChar char="●"/>
            </a:pPr>
            <a:r>
              <a:rPr lang="en-IN" sz="1100">
                <a:solidFill>
                  <a:schemeClr val="dk1"/>
                </a:solidFill>
              </a:rPr>
              <a:t>Send both via Repeater. If page output differs (content, length, presence/absence of some text), you have boolean blind.</a:t>
            </a:r>
            <a:endParaRPr sz="1100">
              <a:solidFill>
                <a:schemeClr val="dk1"/>
              </a:solidFill>
            </a:endParaRPr>
          </a:p>
          <a:p>
            <a:pPr indent="0" lvl="0" marL="0" rtl="0" algn="l">
              <a:lnSpc>
                <a:spcPct val="115000"/>
              </a:lnSpc>
              <a:spcBef>
                <a:spcPts val="1200"/>
              </a:spcBef>
              <a:spcAft>
                <a:spcPts val="0"/>
              </a:spcAft>
              <a:buNone/>
            </a:pPr>
            <a:r>
              <a:t/>
            </a:r>
            <a:endParaRPr sz="1100">
              <a:solidFill>
                <a:schemeClr val="dk1"/>
              </a:solidFill>
            </a:endParaRPr>
          </a:p>
          <a:p>
            <a:pPr indent="0" lvl="0" marL="0" rtl="0" algn="l">
              <a:spcBef>
                <a:spcPts val="1200"/>
              </a:spcBef>
              <a:spcAft>
                <a:spcPts val="0"/>
              </a:spcAft>
              <a:buNone/>
            </a:pPr>
            <a:r>
              <a:t/>
            </a:r>
            <a:endParaRPr/>
          </a:p>
        </p:txBody>
      </p:sp>
      <p:pic>
        <p:nvPicPr>
          <p:cNvPr id="392" name="Google Shape;392;g3951a309050_0_12" title="Screenshot 2025-10-22 at 7.48.47 AM.png"/>
          <p:cNvPicPr preferRelativeResize="0"/>
          <p:nvPr/>
        </p:nvPicPr>
        <p:blipFill>
          <a:blip r:embed="rId3">
            <a:alphaModFix/>
          </a:blip>
          <a:stretch>
            <a:fillRect/>
          </a:stretch>
        </p:blipFill>
        <p:spPr>
          <a:xfrm>
            <a:off x="144050" y="2410750"/>
            <a:ext cx="4902972" cy="3743400"/>
          </a:xfrm>
          <a:prstGeom prst="rect">
            <a:avLst/>
          </a:prstGeom>
          <a:noFill/>
          <a:ln>
            <a:noFill/>
          </a:ln>
        </p:spPr>
      </p:pic>
      <p:pic>
        <p:nvPicPr>
          <p:cNvPr id="393" name="Google Shape;393;g3951a309050_0_12" title="Screenshot 2025-10-22 at 7.49.07 AM.png"/>
          <p:cNvPicPr preferRelativeResize="0"/>
          <p:nvPr/>
        </p:nvPicPr>
        <p:blipFill>
          <a:blip r:embed="rId4">
            <a:alphaModFix/>
          </a:blip>
          <a:stretch>
            <a:fillRect/>
          </a:stretch>
        </p:blipFill>
        <p:spPr>
          <a:xfrm>
            <a:off x="5859497" y="2452525"/>
            <a:ext cx="4720973" cy="3743398"/>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8" name="Shape 398"/>
        <p:cNvGrpSpPr/>
        <p:nvPr/>
      </p:nvGrpSpPr>
      <p:grpSpPr>
        <a:xfrm>
          <a:off x="0" y="0"/>
          <a:ext cx="0" cy="0"/>
          <a:chOff x="0" y="0"/>
          <a:chExt cx="0" cy="0"/>
        </a:xfrm>
      </p:grpSpPr>
      <p:sp>
        <p:nvSpPr>
          <p:cNvPr id="399" name="Google Shape;399;g3951a309050_0_31"/>
          <p:cNvSpPr txBox="1"/>
          <p:nvPr/>
        </p:nvSpPr>
        <p:spPr>
          <a:xfrm>
            <a:off x="0" y="0"/>
            <a:ext cx="8258100" cy="1374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lang="en-IN" sz="1100">
                <a:solidFill>
                  <a:schemeClr val="dk1"/>
                </a:solidFill>
              </a:rPr>
              <a:t>B. </a:t>
            </a:r>
            <a:r>
              <a:rPr b="1" lang="en-IN" sz="1100">
                <a:solidFill>
                  <a:schemeClr val="dk1"/>
                </a:solidFill>
              </a:rPr>
              <a:t>Time test</a:t>
            </a:r>
            <a:r>
              <a:rPr lang="en-IN" sz="1100">
                <a:solidFill>
                  <a:schemeClr val="dk1"/>
                </a:solidFill>
              </a:rPr>
              <a:t> (if no content change):</a:t>
            </a:r>
            <a:endParaRPr sz="1100">
              <a:solidFill>
                <a:schemeClr val="dk1"/>
              </a:solidFill>
            </a:endParaRPr>
          </a:p>
          <a:p>
            <a:pPr indent="0" lvl="0" marL="0" rtl="0" algn="l">
              <a:spcBef>
                <a:spcPts val="1200"/>
              </a:spcBef>
              <a:spcAft>
                <a:spcPts val="0"/>
              </a:spcAft>
              <a:buNone/>
            </a:pPr>
            <a:r>
              <a:rPr lang="en-IN" sz="1100">
                <a:solidFill>
                  <a:schemeClr val="dk1"/>
                </a:solidFill>
              </a:rPr>
              <a:t>MySQL quick time test: </a:t>
            </a:r>
            <a:r>
              <a:rPr lang="en-IN" sz="1100">
                <a:solidFill>
                  <a:srgbClr val="188038"/>
                </a:solidFill>
                <a:latin typeface="Roboto Mono"/>
                <a:ea typeface="Roboto Mono"/>
                <a:cs typeface="Roboto Mono"/>
                <a:sym typeface="Roboto Mono"/>
              </a:rPr>
              <a:t>id=1' AND SLEEP(3) -- -</a:t>
            </a:r>
            <a:endParaRPr sz="11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IN" sz="1100">
                <a:solidFill>
                  <a:schemeClr val="dk1"/>
                </a:solidFill>
              </a:rPr>
              <a:t>If response is ~3s slower vs baseline, you have time-based blind injection.</a:t>
            </a:r>
            <a:endParaRPr sz="1100">
              <a:solidFill>
                <a:schemeClr val="dk1"/>
              </a:solidFill>
            </a:endParaRPr>
          </a:p>
          <a:p>
            <a:pPr indent="0" lvl="0" marL="0" rtl="0" algn="l">
              <a:lnSpc>
                <a:spcPct val="115000"/>
              </a:lnSpc>
              <a:spcBef>
                <a:spcPts val="1200"/>
              </a:spcBef>
              <a:spcAft>
                <a:spcPts val="1200"/>
              </a:spcAft>
              <a:buNone/>
            </a:pPr>
            <a:r>
              <a:rPr lang="en-IN" sz="1100">
                <a:solidFill>
                  <a:schemeClr val="dk1"/>
                </a:solidFill>
              </a:rPr>
              <a:t>If neither works, try different encodings or test POST body. Once you confirm at least one works, proceed.</a:t>
            </a:r>
            <a:endParaRPr sz="1100">
              <a:solidFill>
                <a:schemeClr val="dk1"/>
              </a:solidFill>
            </a:endParaRPr>
          </a:p>
        </p:txBody>
      </p:sp>
      <p:pic>
        <p:nvPicPr>
          <p:cNvPr id="400" name="Google Shape;400;g3951a309050_0_31" title="Screenshot 2025-10-22 at 7.51.36 AM.png"/>
          <p:cNvPicPr preferRelativeResize="0"/>
          <p:nvPr/>
        </p:nvPicPr>
        <p:blipFill>
          <a:blip r:embed="rId3">
            <a:alphaModFix/>
          </a:blip>
          <a:stretch>
            <a:fillRect/>
          </a:stretch>
        </p:blipFill>
        <p:spPr>
          <a:xfrm>
            <a:off x="152400" y="1527000"/>
            <a:ext cx="7003657" cy="5178600"/>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5" name="Shape 405"/>
        <p:cNvGrpSpPr/>
        <p:nvPr/>
      </p:nvGrpSpPr>
      <p:grpSpPr>
        <a:xfrm>
          <a:off x="0" y="0"/>
          <a:ext cx="0" cy="0"/>
          <a:chOff x="0" y="0"/>
          <a:chExt cx="0" cy="0"/>
        </a:xfrm>
      </p:grpSpPr>
      <p:sp>
        <p:nvSpPr>
          <p:cNvPr id="406" name="Google Shape;406;g3951a309050_0_39"/>
          <p:cNvSpPr txBox="1"/>
          <p:nvPr/>
        </p:nvSpPr>
        <p:spPr>
          <a:xfrm>
            <a:off x="0" y="0"/>
            <a:ext cx="11784000" cy="73575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2400"/>
              </a:spcBef>
              <a:spcAft>
                <a:spcPts val="0"/>
              </a:spcAft>
              <a:buNone/>
            </a:pPr>
            <a:r>
              <a:rPr b="1" lang="en-IN" sz="1500">
                <a:solidFill>
                  <a:schemeClr val="dk1"/>
                </a:solidFill>
                <a:latin typeface="Times New Roman"/>
                <a:ea typeface="Times New Roman"/>
                <a:cs typeface="Times New Roman"/>
                <a:sym typeface="Times New Roman"/>
              </a:rPr>
              <a:t>Time‑based blind — basic extraction (MySQL example)</a:t>
            </a:r>
            <a:endParaRPr b="1" sz="1500">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0"/>
              </a:spcAft>
              <a:buNone/>
            </a:pPr>
            <a:r>
              <a:rPr lang="en-IN" sz="1500">
                <a:solidFill>
                  <a:schemeClr val="dk1"/>
                </a:solidFill>
                <a:latin typeface="Times New Roman"/>
                <a:ea typeface="Times New Roman"/>
                <a:cs typeface="Times New Roman"/>
                <a:sym typeface="Times New Roman"/>
              </a:rPr>
              <a:t>We’ll extract the first character of </a:t>
            </a:r>
            <a:r>
              <a:rPr lang="en-IN" sz="1500">
                <a:solidFill>
                  <a:srgbClr val="188038"/>
                </a:solidFill>
                <a:latin typeface="Times New Roman"/>
                <a:ea typeface="Times New Roman"/>
                <a:cs typeface="Times New Roman"/>
                <a:sym typeface="Times New Roman"/>
              </a:rPr>
              <a:t>database()</a:t>
            </a:r>
            <a:r>
              <a:rPr lang="en-IN" sz="1500">
                <a:solidFill>
                  <a:schemeClr val="dk1"/>
                </a:solidFill>
                <a:latin typeface="Times New Roman"/>
                <a:ea typeface="Times New Roman"/>
                <a:cs typeface="Times New Roman"/>
                <a:sym typeface="Times New Roman"/>
              </a:rPr>
              <a:t> to illustrate.</a:t>
            </a:r>
            <a:endParaRPr sz="1500">
              <a:solidFill>
                <a:schemeClr val="dk1"/>
              </a:solidFill>
              <a:latin typeface="Times New Roman"/>
              <a:ea typeface="Times New Roman"/>
              <a:cs typeface="Times New Roman"/>
              <a:sym typeface="Times New Roman"/>
            </a:endParaRPr>
          </a:p>
          <a:p>
            <a:pPr indent="0" lvl="0" marL="0" rtl="0" algn="l">
              <a:lnSpc>
                <a:spcPct val="115000"/>
              </a:lnSpc>
              <a:spcBef>
                <a:spcPts val="1400"/>
              </a:spcBef>
              <a:spcAft>
                <a:spcPts val="0"/>
              </a:spcAft>
              <a:buNone/>
            </a:pPr>
            <a:r>
              <a:rPr b="1" lang="en-IN" sz="1500">
                <a:solidFill>
                  <a:schemeClr val="dk1"/>
                </a:solidFill>
                <a:latin typeface="Times New Roman"/>
                <a:ea typeface="Times New Roman"/>
                <a:cs typeface="Times New Roman"/>
                <a:sym typeface="Times New Roman"/>
              </a:rPr>
              <a:t>Payload structure explanation</a:t>
            </a:r>
            <a:endParaRPr b="1" sz="1500">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0"/>
              </a:spcAft>
              <a:buNone/>
            </a:pPr>
            <a:r>
              <a:rPr lang="en-IN" sz="1500">
                <a:solidFill>
                  <a:schemeClr val="dk1"/>
                </a:solidFill>
                <a:latin typeface="Times New Roman"/>
                <a:ea typeface="Times New Roman"/>
                <a:cs typeface="Times New Roman"/>
                <a:sym typeface="Times New Roman"/>
              </a:rPr>
              <a:t>We craft a condition that, if true, causes a delay (SLEEP). Example:</a:t>
            </a:r>
            <a:endParaRPr sz="1500">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0"/>
              </a:spcAft>
              <a:buNone/>
            </a:pPr>
            <a:r>
              <a:rPr lang="en-IN" sz="1500">
                <a:solidFill>
                  <a:srgbClr val="188038"/>
                </a:solidFill>
                <a:latin typeface="Times New Roman"/>
                <a:ea typeface="Times New Roman"/>
                <a:cs typeface="Times New Roman"/>
                <a:sym typeface="Times New Roman"/>
              </a:rPr>
              <a:t>1' AND IF(condition, SLEEP(5), 0) -- -</a:t>
            </a:r>
            <a:endParaRPr sz="1500">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0"/>
              </a:spcAft>
              <a:buNone/>
            </a:pPr>
            <a:r>
              <a:rPr lang="en-IN" sz="1500">
                <a:solidFill>
                  <a:schemeClr val="dk1"/>
                </a:solidFill>
                <a:latin typeface="Times New Roman"/>
                <a:ea typeface="Times New Roman"/>
                <a:cs typeface="Times New Roman"/>
                <a:sym typeface="Times New Roman"/>
              </a:rPr>
              <a:t>If </a:t>
            </a:r>
            <a:r>
              <a:rPr lang="en-IN" sz="1500">
                <a:solidFill>
                  <a:srgbClr val="188038"/>
                </a:solidFill>
                <a:latin typeface="Times New Roman"/>
                <a:ea typeface="Times New Roman"/>
                <a:cs typeface="Times New Roman"/>
                <a:sym typeface="Times New Roman"/>
              </a:rPr>
              <a:t>condition</a:t>
            </a:r>
            <a:r>
              <a:rPr lang="en-IN" sz="1500">
                <a:solidFill>
                  <a:schemeClr val="dk1"/>
                </a:solidFill>
                <a:latin typeface="Times New Roman"/>
                <a:ea typeface="Times New Roman"/>
                <a:cs typeface="Times New Roman"/>
                <a:sym typeface="Times New Roman"/>
              </a:rPr>
              <a:t> is true, server waits 5s → visible in response time.</a:t>
            </a:r>
            <a:endParaRPr sz="1500">
              <a:solidFill>
                <a:schemeClr val="dk1"/>
              </a:solidFill>
              <a:latin typeface="Times New Roman"/>
              <a:ea typeface="Times New Roman"/>
              <a:cs typeface="Times New Roman"/>
              <a:sym typeface="Times New Roman"/>
            </a:endParaRPr>
          </a:p>
          <a:p>
            <a:pPr indent="0" lvl="0" marL="0" rtl="0" algn="l">
              <a:lnSpc>
                <a:spcPct val="115000"/>
              </a:lnSpc>
              <a:spcBef>
                <a:spcPts val="1400"/>
              </a:spcBef>
              <a:spcAft>
                <a:spcPts val="0"/>
              </a:spcAft>
              <a:buNone/>
            </a:pPr>
            <a:r>
              <a:rPr b="1" lang="en-IN" sz="1500">
                <a:solidFill>
                  <a:schemeClr val="dk1"/>
                </a:solidFill>
                <a:latin typeface="Times New Roman"/>
                <a:ea typeface="Times New Roman"/>
                <a:cs typeface="Times New Roman"/>
                <a:sym typeface="Times New Roman"/>
              </a:rPr>
              <a:t>Exact payloads (MySQL) : Test condition (first char = 'a')</a:t>
            </a:r>
            <a:endParaRPr b="1" sz="1500">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0"/>
              </a:spcAft>
              <a:buNone/>
            </a:pPr>
            <a:r>
              <a:rPr lang="en-IN" sz="1500">
                <a:solidFill>
                  <a:srgbClr val="38761D"/>
                </a:solidFill>
                <a:latin typeface="Times New Roman"/>
                <a:ea typeface="Times New Roman"/>
                <a:cs typeface="Times New Roman"/>
                <a:sym typeface="Times New Roman"/>
              </a:rPr>
              <a:t>id=1' AND IF(ASCII(SUBSTRING((SELECT database()),1,1))=97, SLEEP(5), 0) -- -</a:t>
            </a:r>
            <a:endParaRPr sz="1500">
              <a:solidFill>
                <a:srgbClr val="38761D"/>
              </a:solidFill>
              <a:latin typeface="Times New Roman"/>
              <a:ea typeface="Times New Roman"/>
              <a:cs typeface="Times New Roman"/>
              <a:sym typeface="Times New Roman"/>
            </a:endParaRPr>
          </a:p>
          <a:p>
            <a:pPr indent="0" lvl="0" marL="0" rtl="0" algn="l">
              <a:lnSpc>
                <a:spcPct val="115000"/>
              </a:lnSpc>
              <a:spcBef>
                <a:spcPts val="1200"/>
              </a:spcBef>
              <a:spcAft>
                <a:spcPts val="0"/>
              </a:spcAft>
              <a:buNone/>
            </a:pPr>
            <a:r>
              <a:rPr lang="en-IN" sz="1500">
                <a:solidFill>
                  <a:schemeClr val="dk1"/>
                </a:solidFill>
                <a:latin typeface="Times New Roman"/>
                <a:ea typeface="Times New Roman"/>
                <a:cs typeface="Times New Roman"/>
                <a:sym typeface="Times New Roman"/>
              </a:rPr>
              <a:t>If response time ≈ baseline + 5s → first char = 'a'. If not, try ASCII 98 ('b'), etc.</a:t>
            </a:r>
            <a:endParaRPr sz="1500">
              <a:solidFill>
                <a:schemeClr val="dk1"/>
              </a:solidFill>
              <a:latin typeface="Times New Roman"/>
              <a:ea typeface="Times New Roman"/>
              <a:cs typeface="Times New Roman"/>
              <a:sym typeface="Times New Roman"/>
            </a:endParaRPr>
          </a:p>
          <a:p>
            <a:pPr indent="0" lvl="0" marL="0" rtl="0" algn="l">
              <a:lnSpc>
                <a:spcPct val="115000"/>
              </a:lnSpc>
              <a:spcBef>
                <a:spcPts val="2400"/>
              </a:spcBef>
              <a:spcAft>
                <a:spcPts val="0"/>
              </a:spcAft>
              <a:buNone/>
            </a:pPr>
            <a:r>
              <a:rPr b="1" lang="en-IN" sz="1500">
                <a:solidFill>
                  <a:schemeClr val="dk1"/>
                </a:solidFill>
                <a:latin typeface="Times New Roman"/>
                <a:ea typeface="Times New Roman"/>
                <a:cs typeface="Times New Roman"/>
                <a:sym typeface="Times New Roman"/>
              </a:rPr>
              <a:t>Boolean‑based blind — basic extraction (example)</a:t>
            </a:r>
            <a:endParaRPr b="1" sz="1500">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0"/>
              </a:spcAft>
              <a:buNone/>
            </a:pPr>
            <a:r>
              <a:rPr lang="en-IN" sz="1500">
                <a:solidFill>
                  <a:schemeClr val="dk1"/>
                </a:solidFill>
                <a:latin typeface="Times New Roman"/>
                <a:ea typeface="Times New Roman"/>
                <a:cs typeface="Times New Roman"/>
                <a:sym typeface="Times New Roman"/>
              </a:rPr>
              <a:t>Boolean returns allow checking equality without timing.</a:t>
            </a:r>
            <a:endParaRPr sz="1500">
              <a:solidFill>
                <a:schemeClr val="dk1"/>
              </a:solidFill>
              <a:latin typeface="Times New Roman"/>
              <a:ea typeface="Times New Roman"/>
              <a:cs typeface="Times New Roman"/>
              <a:sym typeface="Times New Roman"/>
            </a:endParaRPr>
          </a:p>
          <a:p>
            <a:pPr indent="0" lvl="0" marL="0" rtl="0" algn="l">
              <a:lnSpc>
                <a:spcPct val="115000"/>
              </a:lnSpc>
              <a:spcBef>
                <a:spcPts val="1400"/>
              </a:spcBef>
              <a:spcAft>
                <a:spcPts val="0"/>
              </a:spcAft>
              <a:buNone/>
            </a:pPr>
            <a:r>
              <a:rPr b="1" lang="en-IN" sz="1500">
                <a:solidFill>
                  <a:schemeClr val="dk1"/>
                </a:solidFill>
                <a:latin typeface="Times New Roman"/>
                <a:ea typeface="Times New Roman"/>
                <a:cs typeface="Times New Roman"/>
                <a:sym typeface="Times New Roman"/>
              </a:rPr>
              <a:t>Payload example (MySQL)</a:t>
            </a:r>
            <a:endParaRPr b="1" sz="1500">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0"/>
              </a:spcAft>
              <a:buNone/>
            </a:pPr>
            <a:r>
              <a:rPr lang="en-IN" sz="1500">
                <a:solidFill>
                  <a:schemeClr val="dk1"/>
                </a:solidFill>
                <a:latin typeface="Times New Roman"/>
                <a:ea typeface="Times New Roman"/>
                <a:cs typeface="Times New Roman"/>
                <a:sym typeface="Times New Roman"/>
              </a:rPr>
              <a:t>Check if first char is 'a':</a:t>
            </a:r>
            <a:endParaRPr sz="1500">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0"/>
              </a:spcAft>
              <a:buNone/>
            </a:pPr>
            <a:r>
              <a:rPr lang="en-IN" sz="1500">
                <a:solidFill>
                  <a:srgbClr val="188038"/>
                </a:solidFill>
                <a:latin typeface="Times New Roman"/>
                <a:ea typeface="Times New Roman"/>
                <a:cs typeface="Times New Roman"/>
                <a:sym typeface="Times New Roman"/>
              </a:rPr>
              <a:t>id=1' AND (ASCII(SUBSTRING((SELECT database()),1,1))=97) -- -</a:t>
            </a:r>
            <a:endParaRPr sz="1500">
              <a:solidFill>
                <a:schemeClr val="dk1"/>
              </a:solidFill>
              <a:latin typeface="Times New Roman"/>
              <a:ea typeface="Times New Roman"/>
              <a:cs typeface="Times New Roman"/>
              <a:sym typeface="Times New Roman"/>
            </a:endParaRPr>
          </a:p>
          <a:p>
            <a:pPr indent="-323850" lvl="0" marL="457200" rtl="0" algn="l">
              <a:lnSpc>
                <a:spcPct val="115000"/>
              </a:lnSpc>
              <a:spcBef>
                <a:spcPts val="1200"/>
              </a:spcBef>
              <a:spcAft>
                <a:spcPts val="0"/>
              </a:spcAft>
              <a:buClr>
                <a:schemeClr val="dk1"/>
              </a:buClr>
              <a:buSzPts val="1500"/>
              <a:buFont typeface="Times New Roman"/>
              <a:buChar char="●"/>
            </a:pPr>
            <a:r>
              <a:rPr lang="en-IN" sz="1500">
                <a:solidFill>
                  <a:schemeClr val="dk1"/>
                </a:solidFill>
                <a:latin typeface="Times New Roman"/>
                <a:ea typeface="Times New Roman"/>
                <a:cs typeface="Times New Roman"/>
                <a:sym typeface="Times New Roman"/>
              </a:rPr>
              <a:t>If page content changes to the “true” state, character is 'a'. If not, it's not 'a'.</a:t>
            </a:r>
            <a:endParaRPr sz="1500">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0"/>
              </a:spcAft>
              <a:buNone/>
            </a:pPr>
            <a:r>
              <a:rPr lang="en-IN" sz="1500">
                <a:solidFill>
                  <a:schemeClr val="dk1"/>
                </a:solidFill>
                <a:latin typeface="Times New Roman"/>
                <a:ea typeface="Times New Roman"/>
                <a:cs typeface="Times New Roman"/>
                <a:sym typeface="Times New Roman"/>
              </a:rPr>
              <a:t>Boolean tends to be faster (no delays) but requires a visible difference in response.</a:t>
            </a:r>
            <a:endParaRPr sz="1500">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1200"/>
              </a:spcAft>
              <a:buNone/>
            </a:pPr>
            <a:r>
              <a:t/>
            </a:r>
            <a:endParaRPr sz="1500">
              <a:solidFill>
                <a:schemeClr val="dk1"/>
              </a:solidFill>
              <a:latin typeface="Times New Roman"/>
              <a:ea typeface="Times New Roman"/>
              <a:cs typeface="Times New Roman"/>
              <a:sym typeface="Times New Roman"/>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1" name="Shape 411"/>
        <p:cNvGrpSpPr/>
        <p:nvPr/>
      </p:nvGrpSpPr>
      <p:grpSpPr>
        <a:xfrm>
          <a:off x="0" y="0"/>
          <a:ext cx="0" cy="0"/>
          <a:chOff x="0" y="0"/>
          <a:chExt cx="0" cy="0"/>
        </a:xfrm>
      </p:grpSpPr>
      <p:sp>
        <p:nvSpPr>
          <p:cNvPr id="412" name="Google Shape;412;g3951a309050_0_52"/>
          <p:cNvSpPr txBox="1"/>
          <p:nvPr/>
        </p:nvSpPr>
        <p:spPr>
          <a:xfrm>
            <a:off x="0" y="0"/>
            <a:ext cx="9018600" cy="6066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2400"/>
              </a:spcBef>
              <a:spcAft>
                <a:spcPts val="0"/>
              </a:spcAft>
              <a:buNone/>
            </a:pPr>
            <a:r>
              <a:rPr b="1" lang="en-IN" sz="1500">
                <a:solidFill>
                  <a:schemeClr val="dk1"/>
                </a:solidFill>
                <a:latin typeface="Times New Roman"/>
                <a:ea typeface="Times New Roman"/>
                <a:cs typeface="Times New Roman"/>
                <a:sym typeface="Times New Roman"/>
              </a:rPr>
              <a:t>Efficient extraction strategy (iterate positions &amp; characters)</a:t>
            </a:r>
            <a:endParaRPr b="1" sz="1500">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0"/>
              </a:spcAft>
              <a:buNone/>
            </a:pPr>
            <a:r>
              <a:rPr lang="en-IN" sz="1500">
                <a:solidFill>
                  <a:schemeClr val="dk1"/>
                </a:solidFill>
                <a:latin typeface="Times New Roman"/>
                <a:ea typeface="Times New Roman"/>
                <a:cs typeface="Times New Roman"/>
                <a:sym typeface="Times New Roman"/>
              </a:rPr>
              <a:t>Don’t test every ASCII value naïvely — use ordered sets and binary search to reduce requests.</a:t>
            </a:r>
            <a:endParaRPr sz="1500">
              <a:solidFill>
                <a:schemeClr val="dk1"/>
              </a:solidFill>
              <a:latin typeface="Times New Roman"/>
              <a:ea typeface="Times New Roman"/>
              <a:cs typeface="Times New Roman"/>
              <a:sym typeface="Times New Roman"/>
            </a:endParaRPr>
          </a:p>
          <a:p>
            <a:pPr indent="0" lvl="0" marL="0" rtl="0" algn="l">
              <a:lnSpc>
                <a:spcPct val="115000"/>
              </a:lnSpc>
              <a:spcBef>
                <a:spcPts val="1400"/>
              </a:spcBef>
              <a:spcAft>
                <a:spcPts val="0"/>
              </a:spcAft>
              <a:buNone/>
            </a:pPr>
            <a:r>
              <a:rPr b="1" lang="en-IN" sz="1500">
                <a:solidFill>
                  <a:schemeClr val="dk1"/>
                </a:solidFill>
                <a:latin typeface="Times New Roman"/>
                <a:ea typeface="Times New Roman"/>
                <a:cs typeface="Times New Roman"/>
                <a:sym typeface="Times New Roman"/>
              </a:rPr>
              <a:t>Simple iterative approach (position by position)</a:t>
            </a:r>
            <a:endParaRPr b="1" sz="1500">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0"/>
              </a:spcAft>
              <a:buNone/>
            </a:pPr>
            <a:r>
              <a:rPr lang="en-IN" sz="1500">
                <a:solidFill>
                  <a:schemeClr val="dk1"/>
                </a:solidFill>
                <a:latin typeface="Times New Roman"/>
                <a:ea typeface="Times New Roman"/>
                <a:cs typeface="Times New Roman"/>
                <a:sym typeface="Times New Roman"/>
              </a:rPr>
              <a:t>For position </a:t>
            </a:r>
            <a:r>
              <a:rPr lang="en-IN" sz="1500">
                <a:solidFill>
                  <a:srgbClr val="188038"/>
                </a:solidFill>
                <a:latin typeface="Times New Roman"/>
                <a:ea typeface="Times New Roman"/>
                <a:cs typeface="Times New Roman"/>
                <a:sym typeface="Times New Roman"/>
              </a:rPr>
              <a:t>pos</a:t>
            </a:r>
            <a:r>
              <a:rPr lang="en-IN" sz="1500">
                <a:solidFill>
                  <a:schemeClr val="dk1"/>
                </a:solidFill>
                <a:latin typeface="Times New Roman"/>
                <a:ea typeface="Times New Roman"/>
                <a:cs typeface="Times New Roman"/>
                <a:sym typeface="Times New Roman"/>
              </a:rPr>
              <a:t> from 1..N:</a:t>
            </a:r>
            <a:endParaRPr sz="1500">
              <a:solidFill>
                <a:schemeClr val="dk1"/>
              </a:solidFill>
              <a:latin typeface="Times New Roman"/>
              <a:ea typeface="Times New Roman"/>
              <a:cs typeface="Times New Roman"/>
              <a:sym typeface="Times New Roman"/>
            </a:endParaRPr>
          </a:p>
          <a:p>
            <a:pPr indent="-323850" lvl="0" marL="457200" rtl="0" algn="l">
              <a:lnSpc>
                <a:spcPct val="115000"/>
              </a:lnSpc>
              <a:spcBef>
                <a:spcPts val="1200"/>
              </a:spcBef>
              <a:spcAft>
                <a:spcPts val="0"/>
              </a:spcAft>
              <a:buClr>
                <a:schemeClr val="dk1"/>
              </a:buClr>
              <a:buSzPts val="1500"/>
              <a:buChar char="●"/>
            </a:pPr>
            <a:r>
              <a:rPr lang="en-IN" sz="1500">
                <a:solidFill>
                  <a:schemeClr val="dk1"/>
                </a:solidFill>
                <a:latin typeface="Times New Roman"/>
                <a:ea typeface="Times New Roman"/>
                <a:cs typeface="Times New Roman"/>
                <a:sym typeface="Times New Roman"/>
              </a:rPr>
              <a:t>For each charset character </a:t>
            </a:r>
            <a:r>
              <a:rPr lang="en-IN" sz="1500">
                <a:solidFill>
                  <a:srgbClr val="188038"/>
                </a:solidFill>
                <a:latin typeface="Times New Roman"/>
                <a:ea typeface="Times New Roman"/>
                <a:cs typeface="Times New Roman"/>
                <a:sym typeface="Times New Roman"/>
              </a:rPr>
              <a:t>c</a:t>
            </a:r>
            <a:r>
              <a:rPr lang="en-IN" sz="1500">
                <a:solidFill>
                  <a:schemeClr val="dk1"/>
                </a:solidFill>
                <a:latin typeface="Times New Roman"/>
                <a:ea typeface="Times New Roman"/>
                <a:cs typeface="Times New Roman"/>
                <a:sym typeface="Times New Roman"/>
              </a:rPr>
              <a:t> in </a:t>
            </a:r>
            <a:r>
              <a:rPr lang="en-IN" sz="1500">
                <a:solidFill>
                  <a:srgbClr val="188038"/>
                </a:solidFill>
                <a:latin typeface="Times New Roman"/>
                <a:ea typeface="Times New Roman"/>
                <a:cs typeface="Times New Roman"/>
                <a:sym typeface="Times New Roman"/>
              </a:rPr>
              <a:t>abcdefghijklmnopqrstuvwxyz0123456789_</a:t>
            </a:r>
            <a:r>
              <a:rPr lang="en-IN" sz="1500">
                <a:solidFill>
                  <a:schemeClr val="dk1"/>
                </a:solidFill>
                <a:latin typeface="Times New Roman"/>
                <a:ea typeface="Times New Roman"/>
                <a:cs typeface="Times New Roman"/>
                <a:sym typeface="Times New Roman"/>
              </a:rPr>
              <a:t>:</a:t>
            </a:r>
            <a:br>
              <a:rPr lang="en-IN" sz="1500">
                <a:solidFill>
                  <a:schemeClr val="dk1"/>
                </a:solidFill>
                <a:latin typeface="Times New Roman"/>
                <a:ea typeface="Times New Roman"/>
                <a:cs typeface="Times New Roman"/>
                <a:sym typeface="Times New Roman"/>
              </a:rPr>
            </a:br>
            <a:endParaRPr sz="1500">
              <a:solidFill>
                <a:schemeClr val="dk1"/>
              </a:solidFill>
              <a:latin typeface="Times New Roman"/>
              <a:ea typeface="Times New Roman"/>
              <a:cs typeface="Times New Roman"/>
              <a:sym typeface="Times New Roman"/>
            </a:endParaRPr>
          </a:p>
          <a:p>
            <a:pPr indent="-323850" lvl="1" marL="914400" rtl="0" algn="l">
              <a:lnSpc>
                <a:spcPct val="115000"/>
              </a:lnSpc>
              <a:spcBef>
                <a:spcPts val="0"/>
              </a:spcBef>
              <a:spcAft>
                <a:spcPts val="0"/>
              </a:spcAft>
              <a:buClr>
                <a:schemeClr val="dk1"/>
              </a:buClr>
              <a:buSzPts val="1500"/>
              <a:buChar char="○"/>
            </a:pPr>
            <a:r>
              <a:rPr lang="en-IN" sz="1500">
                <a:solidFill>
                  <a:schemeClr val="dk1"/>
                </a:solidFill>
                <a:latin typeface="Times New Roman"/>
                <a:ea typeface="Times New Roman"/>
                <a:cs typeface="Times New Roman"/>
                <a:sym typeface="Times New Roman"/>
              </a:rPr>
              <a:t>Time payload (or boolean) for </a:t>
            </a:r>
            <a:r>
              <a:rPr lang="en-IN" sz="1500">
                <a:solidFill>
                  <a:srgbClr val="188038"/>
                </a:solidFill>
                <a:latin typeface="Times New Roman"/>
                <a:ea typeface="Times New Roman"/>
                <a:cs typeface="Times New Roman"/>
                <a:sym typeface="Times New Roman"/>
              </a:rPr>
              <a:t>SUBSTRING(...,pos,1)=c</a:t>
            </a:r>
            <a:r>
              <a:rPr lang="en-IN" sz="1500">
                <a:solidFill>
                  <a:schemeClr val="dk1"/>
                </a:solidFill>
                <a:latin typeface="Times New Roman"/>
                <a:ea typeface="Times New Roman"/>
                <a:cs typeface="Times New Roman"/>
                <a:sym typeface="Times New Roman"/>
              </a:rPr>
              <a:t>.</a:t>
            </a:r>
            <a:br>
              <a:rPr lang="en-IN" sz="1500">
                <a:solidFill>
                  <a:schemeClr val="dk1"/>
                </a:solidFill>
                <a:latin typeface="Times New Roman"/>
                <a:ea typeface="Times New Roman"/>
                <a:cs typeface="Times New Roman"/>
                <a:sym typeface="Times New Roman"/>
              </a:rPr>
            </a:br>
            <a:r>
              <a:rPr lang="en-IN" sz="1500">
                <a:solidFill>
                  <a:schemeClr val="dk1"/>
                </a:solidFill>
                <a:latin typeface="Times New Roman"/>
                <a:ea typeface="Times New Roman"/>
                <a:cs typeface="Times New Roman"/>
                <a:sym typeface="Times New Roman"/>
              </a:rPr>
              <a:t> Stop when condition true — that char found.</a:t>
            </a:r>
            <a:br>
              <a:rPr lang="en-IN" sz="1500">
                <a:solidFill>
                  <a:schemeClr val="dk1"/>
                </a:solidFill>
                <a:latin typeface="Times New Roman"/>
                <a:ea typeface="Times New Roman"/>
                <a:cs typeface="Times New Roman"/>
                <a:sym typeface="Times New Roman"/>
              </a:rPr>
            </a:br>
            <a:endParaRPr sz="1500">
              <a:solidFill>
                <a:schemeClr val="dk1"/>
              </a:solidFill>
              <a:latin typeface="Times New Roman"/>
              <a:ea typeface="Times New Roman"/>
              <a:cs typeface="Times New Roman"/>
              <a:sym typeface="Times New Roman"/>
            </a:endParaRPr>
          </a:p>
          <a:p>
            <a:pPr indent="0" lvl="0" marL="0" rtl="0" algn="l">
              <a:lnSpc>
                <a:spcPct val="115000"/>
              </a:lnSpc>
              <a:spcBef>
                <a:spcPts val="1400"/>
              </a:spcBef>
              <a:spcAft>
                <a:spcPts val="0"/>
              </a:spcAft>
              <a:buNone/>
            </a:pPr>
            <a:r>
              <a:rPr b="1" lang="en-IN" sz="1500">
                <a:solidFill>
                  <a:schemeClr val="dk1"/>
                </a:solidFill>
                <a:latin typeface="Times New Roman"/>
                <a:ea typeface="Times New Roman"/>
                <a:cs typeface="Times New Roman"/>
                <a:sym typeface="Times New Roman"/>
              </a:rPr>
              <a:t>Faster: binary search on ASCII code (time-based)</a:t>
            </a:r>
            <a:endParaRPr b="1" sz="1500">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0"/>
              </a:spcAft>
              <a:buNone/>
            </a:pPr>
            <a:r>
              <a:rPr lang="en-IN" sz="1500">
                <a:solidFill>
                  <a:schemeClr val="dk1"/>
                </a:solidFill>
                <a:latin typeface="Times New Roman"/>
                <a:ea typeface="Times New Roman"/>
                <a:cs typeface="Times New Roman"/>
                <a:sym typeface="Times New Roman"/>
              </a:rPr>
              <a:t>Instead of guessing each char, compare </a:t>
            </a:r>
            <a:r>
              <a:rPr lang="en-IN" sz="1500">
                <a:solidFill>
                  <a:srgbClr val="188038"/>
                </a:solidFill>
                <a:latin typeface="Times New Roman"/>
                <a:ea typeface="Times New Roman"/>
                <a:cs typeface="Times New Roman"/>
                <a:sym typeface="Times New Roman"/>
              </a:rPr>
              <a:t>ASCII(char) &gt; X</a:t>
            </a:r>
            <a:r>
              <a:rPr lang="en-IN" sz="1500">
                <a:solidFill>
                  <a:schemeClr val="dk1"/>
                </a:solidFill>
                <a:latin typeface="Times New Roman"/>
                <a:ea typeface="Times New Roman"/>
                <a:cs typeface="Times New Roman"/>
                <a:sym typeface="Times New Roman"/>
              </a:rPr>
              <a:t> to narrow range.</a:t>
            </a:r>
            <a:br>
              <a:rPr lang="en-IN" sz="1500">
                <a:solidFill>
                  <a:schemeClr val="dk1"/>
                </a:solidFill>
                <a:latin typeface="Times New Roman"/>
                <a:ea typeface="Times New Roman"/>
                <a:cs typeface="Times New Roman"/>
                <a:sym typeface="Times New Roman"/>
              </a:rPr>
            </a:br>
            <a:r>
              <a:rPr lang="en-IN" sz="1500">
                <a:solidFill>
                  <a:schemeClr val="dk1"/>
                </a:solidFill>
                <a:latin typeface="Times New Roman"/>
                <a:ea typeface="Times New Roman"/>
                <a:cs typeface="Times New Roman"/>
                <a:sym typeface="Times New Roman"/>
              </a:rPr>
              <a:t> Example payload (check if ASCII &gt; 109):</a:t>
            </a:r>
            <a:endParaRPr sz="15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rPr lang="en-IN" sz="1500">
                <a:solidFill>
                  <a:srgbClr val="188038"/>
                </a:solidFill>
                <a:latin typeface="Times New Roman"/>
                <a:ea typeface="Times New Roman"/>
                <a:cs typeface="Times New Roman"/>
                <a:sym typeface="Times New Roman"/>
              </a:rPr>
              <a:t>id=1' AND IF(ASCII(SUBSTRING((SELECT database()),1,1))&gt;109, SLEEP(5), 0) -- -</a:t>
            </a:r>
            <a:endParaRPr sz="1500">
              <a:solidFill>
                <a:srgbClr val="188038"/>
              </a:solidFill>
              <a:latin typeface="Times New Roman"/>
              <a:ea typeface="Times New Roman"/>
              <a:cs typeface="Times New Roman"/>
              <a:sym typeface="Times New Roman"/>
            </a:endParaRPr>
          </a:p>
          <a:p>
            <a:pPr indent="0" lvl="0" marL="0" rtl="0" algn="l">
              <a:lnSpc>
                <a:spcPct val="115000"/>
              </a:lnSpc>
              <a:spcBef>
                <a:spcPts val="0"/>
              </a:spcBef>
              <a:spcAft>
                <a:spcPts val="0"/>
              </a:spcAft>
              <a:buNone/>
            </a:pPr>
            <a:r>
              <a:t/>
            </a:r>
            <a:endParaRPr sz="1500">
              <a:solidFill>
                <a:schemeClr val="dk1"/>
              </a:solidFill>
              <a:latin typeface="Times New Roman"/>
              <a:ea typeface="Times New Roman"/>
              <a:cs typeface="Times New Roman"/>
              <a:sym typeface="Times New Roman"/>
            </a:endParaRPr>
          </a:p>
          <a:p>
            <a:pPr indent="-323850" lvl="0" marL="457200" rtl="0" algn="l">
              <a:lnSpc>
                <a:spcPct val="115000"/>
              </a:lnSpc>
              <a:spcBef>
                <a:spcPts val="1200"/>
              </a:spcBef>
              <a:spcAft>
                <a:spcPts val="0"/>
              </a:spcAft>
              <a:buClr>
                <a:schemeClr val="dk1"/>
              </a:buClr>
              <a:buSzPts val="1500"/>
              <a:buFont typeface="Times New Roman"/>
              <a:buChar char="●"/>
            </a:pPr>
            <a:r>
              <a:rPr lang="en-IN" sz="1500">
                <a:solidFill>
                  <a:schemeClr val="dk1"/>
                </a:solidFill>
                <a:latin typeface="Times New Roman"/>
                <a:ea typeface="Times New Roman"/>
                <a:cs typeface="Times New Roman"/>
                <a:sym typeface="Times New Roman"/>
              </a:rPr>
              <a:t>If delayed → ASCII &gt; 109 → set new range. Repeats ≈ log2(128) ≈ 7 checks per char instead of ~36.</a:t>
            </a:r>
            <a:br>
              <a:rPr lang="en-IN" sz="1500">
                <a:solidFill>
                  <a:schemeClr val="dk1"/>
                </a:solidFill>
                <a:latin typeface="Times New Roman"/>
                <a:ea typeface="Times New Roman"/>
                <a:cs typeface="Times New Roman"/>
                <a:sym typeface="Times New Roman"/>
              </a:rPr>
            </a:br>
            <a:endParaRPr sz="1500">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1200"/>
              </a:spcAft>
              <a:buNone/>
            </a:pPr>
            <a:r>
              <a:rPr lang="en-IN" sz="1500">
                <a:solidFill>
                  <a:schemeClr val="dk1"/>
                </a:solidFill>
                <a:latin typeface="Times New Roman"/>
                <a:ea typeface="Times New Roman"/>
                <a:cs typeface="Times New Roman"/>
                <a:sym typeface="Times New Roman"/>
              </a:rPr>
              <a:t>This is very useful if you must extract long strings.</a:t>
            </a:r>
            <a:endParaRPr sz="1500">
              <a:solidFill>
                <a:schemeClr val="dk1"/>
              </a:solidFill>
              <a:latin typeface="Times New Roman"/>
              <a:ea typeface="Times New Roman"/>
              <a:cs typeface="Times New Roman"/>
              <a:sym typeface="Times New Roman"/>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7" name="Shape 417"/>
        <p:cNvGrpSpPr/>
        <p:nvPr/>
      </p:nvGrpSpPr>
      <p:grpSpPr>
        <a:xfrm>
          <a:off x="0" y="0"/>
          <a:ext cx="0" cy="0"/>
          <a:chOff x="0" y="0"/>
          <a:chExt cx="0" cy="0"/>
        </a:xfrm>
      </p:grpSpPr>
      <p:pic>
        <p:nvPicPr>
          <p:cNvPr id="418" name="Google Shape;418;g3951a309050_0_75" title="Screenshot 2025-10-22 at 3.11.20 PM.png"/>
          <p:cNvPicPr preferRelativeResize="0"/>
          <p:nvPr/>
        </p:nvPicPr>
        <p:blipFill>
          <a:blip r:embed="rId3">
            <a:alphaModFix/>
          </a:blip>
          <a:stretch>
            <a:fillRect/>
          </a:stretch>
        </p:blipFill>
        <p:spPr>
          <a:xfrm>
            <a:off x="152400" y="152400"/>
            <a:ext cx="8806400" cy="6553200"/>
          </a:xfrm>
          <a:prstGeom prst="rect">
            <a:avLst/>
          </a:prstGeom>
          <a:noFill/>
          <a:ln>
            <a:noFill/>
          </a:ln>
        </p:spPr>
      </p:pic>
      <p:sp>
        <p:nvSpPr>
          <p:cNvPr id="419" name="Google Shape;419;g3951a309050_0_75"/>
          <p:cNvSpPr txBox="1"/>
          <p:nvPr/>
        </p:nvSpPr>
        <p:spPr>
          <a:xfrm>
            <a:off x="9227400" y="282175"/>
            <a:ext cx="2971200" cy="1293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IN" sz="1800">
                <a:solidFill>
                  <a:srgbClr val="3F3F3F"/>
                </a:solidFill>
                <a:latin typeface="Meiryo"/>
                <a:ea typeface="Meiryo"/>
                <a:cs typeface="Meiryo"/>
                <a:sym typeface="Meiryo"/>
              </a:rPr>
              <a:t>Time based :</a:t>
            </a:r>
            <a:endParaRPr sz="1800">
              <a:solidFill>
                <a:srgbClr val="3F3F3F"/>
              </a:solidFill>
              <a:latin typeface="Meiryo"/>
              <a:ea typeface="Meiryo"/>
              <a:cs typeface="Meiryo"/>
              <a:sym typeface="Meiryo"/>
            </a:endParaRPr>
          </a:p>
          <a:p>
            <a:pPr indent="0" lvl="0" marL="0" rtl="0" algn="l">
              <a:spcBef>
                <a:spcPts val="0"/>
              </a:spcBef>
              <a:spcAft>
                <a:spcPts val="0"/>
              </a:spcAft>
              <a:buNone/>
            </a:pPr>
            <a:r>
              <a:t/>
            </a:r>
            <a:endParaRPr sz="1800">
              <a:solidFill>
                <a:srgbClr val="3F3F3F"/>
              </a:solidFill>
              <a:latin typeface="Meiryo"/>
              <a:ea typeface="Meiryo"/>
              <a:cs typeface="Meiryo"/>
              <a:sym typeface="Meiryo"/>
            </a:endParaRPr>
          </a:p>
          <a:p>
            <a:pPr indent="0" lvl="0" marL="0" rtl="0" algn="l">
              <a:spcBef>
                <a:spcPts val="0"/>
              </a:spcBef>
              <a:spcAft>
                <a:spcPts val="0"/>
              </a:spcAft>
              <a:buNone/>
            </a:pPr>
            <a:r>
              <a:rPr lang="en-IN" sz="1800">
                <a:solidFill>
                  <a:srgbClr val="3F3F3F"/>
                </a:solidFill>
                <a:latin typeface="Meiryo"/>
                <a:ea typeface="Meiryo"/>
                <a:cs typeface="Meiryo"/>
                <a:sym typeface="Meiryo"/>
              </a:rPr>
              <a:t>The first character is d since at 100 it took more than 5 sec.</a:t>
            </a:r>
            <a:endParaRPr sz="1800">
              <a:solidFill>
                <a:srgbClr val="3F3F3F"/>
              </a:solidFill>
              <a:latin typeface="Meiryo"/>
              <a:ea typeface="Meiryo"/>
              <a:cs typeface="Meiryo"/>
              <a:sym typeface="Meiryo"/>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4" name="Shape 424"/>
        <p:cNvGrpSpPr/>
        <p:nvPr/>
      </p:nvGrpSpPr>
      <p:grpSpPr>
        <a:xfrm>
          <a:off x="0" y="0"/>
          <a:ext cx="0" cy="0"/>
          <a:chOff x="0" y="0"/>
          <a:chExt cx="0" cy="0"/>
        </a:xfrm>
      </p:grpSpPr>
      <p:pic>
        <p:nvPicPr>
          <p:cNvPr id="425" name="Google Shape;425;g3951a309050_0_81" title="Screenshot 2025-10-22 at 3.14.53 PM.png"/>
          <p:cNvPicPr preferRelativeResize="0"/>
          <p:nvPr/>
        </p:nvPicPr>
        <p:blipFill>
          <a:blip r:embed="rId3">
            <a:alphaModFix/>
          </a:blip>
          <a:stretch>
            <a:fillRect/>
          </a:stretch>
        </p:blipFill>
        <p:spPr>
          <a:xfrm>
            <a:off x="152400" y="152400"/>
            <a:ext cx="8800625" cy="6553199"/>
          </a:xfrm>
          <a:prstGeom prst="rect">
            <a:avLst/>
          </a:prstGeom>
          <a:noFill/>
          <a:ln>
            <a:noFill/>
          </a:ln>
        </p:spPr>
      </p:pic>
      <p:sp>
        <p:nvSpPr>
          <p:cNvPr id="426" name="Google Shape;426;g3951a309050_0_81"/>
          <p:cNvSpPr txBox="1"/>
          <p:nvPr/>
        </p:nvSpPr>
        <p:spPr>
          <a:xfrm>
            <a:off x="9325575" y="382425"/>
            <a:ext cx="2873100" cy="1293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IN" sz="1800">
                <a:solidFill>
                  <a:srgbClr val="3F3F3F"/>
                </a:solidFill>
                <a:latin typeface="Meiryo"/>
                <a:ea typeface="Meiryo"/>
                <a:cs typeface="Meiryo"/>
                <a:sym typeface="Meiryo"/>
              </a:rPr>
              <a:t>Boolean based</a:t>
            </a:r>
            <a:endParaRPr sz="1800">
              <a:solidFill>
                <a:srgbClr val="3F3F3F"/>
              </a:solidFill>
              <a:latin typeface="Meiryo"/>
              <a:ea typeface="Meiryo"/>
              <a:cs typeface="Meiryo"/>
              <a:sym typeface="Meiryo"/>
            </a:endParaRPr>
          </a:p>
          <a:p>
            <a:pPr indent="0" lvl="0" marL="0" rtl="0" algn="l">
              <a:spcBef>
                <a:spcPts val="0"/>
              </a:spcBef>
              <a:spcAft>
                <a:spcPts val="0"/>
              </a:spcAft>
              <a:buNone/>
            </a:pPr>
            <a:r>
              <a:t/>
            </a:r>
            <a:endParaRPr sz="1800">
              <a:solidFill>
                <a:srgbClr val="3F3F3F"/>
              </a:solidFill>
              <a:latin typeface="Meiryo"/>
              <a:ea typeface="Meiryo"/>
              <a:cs typeface="Meiryo"/>
              <a:sym typeface="Meiryo"/>
            </a:endParaRPr>
          </a:p>
          <a:p>
            <a:pPr indent="0" lvl="0" marL="0" rtl="0" algn="l">
              <a:spcBef>
                <a:spcPts val="0"/>
              </a:spcBef>
              <a:spcAft>
                <a:spcPts val="0"/>
              </a:spcAft>
              <a:buNone/>
            </a:pPr>
            <a:r>
              <a:rPr lang="en-IN" sz="1800">
                <a:solidFill>
                  <a:srgbClr val="3F3F3F"/>
                </a:solidFill>
                <a:latin typeface="Meiryo"/>
                <a:ea typeface="Meiryo"/>
                <a:cs typeface="Meiryo"/>
                <a:sym typeface="Meiryo"/>
              </a:rPr>
              <a:t>At 100 the page’s content changes to true state.</a:t>
            </a:r>
            <a:endParaRPr sz="1800">
              <a:solidFill>
                <a:srgbClr val="3F3F3F"/>
              </a:solidFill>
              <a:latin typeface="Meiryo"/>
              <a:ea typeface="Meiryo"/>
              <a:cs typeface="Meiryo"/>
              <a:sym typeface="Meiryo"/>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1" name="Shape 431"/>
        <p:cNvGrpSpPr/>
        <p:nvPr/>
      </p:nvGrpSpPr>
      <p:grpSpPr>
        <a:xfrm>
          <a:off x="0" y="0"/>
          <a:ext cx="0" cy="0"/>
          <a:chOff x="0" y="0"/>
          <a:chExt cx="0" cy="0"/>
        </a:xfrm>
      </p:grpSpPr>
      <p:sp>
        <p:nvSpPr>
          <p:cNvPr id="432" name="Google Shape;432;g3951a309050_0_87"/>
          <p:cNvSpPr txBox="1"/>
          <p:nvPr/>
        </p:nvSpPr>
        <p:spPr>
          <a:xfrm>
            <a:off x="0" y="0"/>
            <a:ext cx="11982600" cy="4889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IN" sz="1500">
                <a:solidFill>
                  <a:schemeClr val="dk1"/>
                </a:solidFill>
                <a:latin typeface="Times New Roman"/>
                <a:ea typeface="Times New Roman"/>
                <a:cs typeface="Times New Roman"/>
                <a:sym typeface="Times New Roman"/>
              </a:rPr>
              <a:t>When a web app is vulnerable to </a:t>
            </a:r>
            <a:r>
              <a:rPr b="1" lang="en-IN" sz="1500">
                <a:solidFill>
                  <a:schemeClr val="dk1"/>
                </a:solidFill>
                <a:latin typeface="Times New Roman"/>
                <a:ea typeface="Times New Roman"/>
                <a:cs typeface="Times New Roman"/>
                <a:sym typeface="Times New Roman"/>
              </a:rPr>
              <a:t>blind SQL injection</a:t>
            </a:r>
            <a:r>
              <a:rPr lang="en-IN" sz="1500">
                <a:solidFill>
                  <a:schemeClr val="dk1"/>
                </a:solidFill>
                <a:latin typeface="Times New Roman"/>
                <a:ea typeface="Times New Roman"/>
                <a:cs typeface="Times New Roman"/>
                <a:sym typeface="Times New Roman"/>
              </a:rPr>
              <a:t>, the app doesn’t show the database output directly. We still want to learn secret info (like the database name).</a:t>
            </a:r>
            <a:endParaRPr sz="15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en-IN" sz="1500">
                <a:solidFill>
                  <a:schemeClr val="dk1"/>
                </a:solidFill>
                <a:latin typeface="Times New Roman"/>
                <a:ea typeface="Times New Roman"/>
                <a:cs typeface="Times New Roman"/>
                <a:sym typeface="Times New Roman"/>
              </a:rPr>
              <a:t>Time‑based blind SQLi uses the database’s </a:t>
            </a:r>
            <a:r>
              <a:rPr b="1" lang="en-IN" sz="1500">
                <a:solidFill>
                  <a:schemeClr val="dk1"/>
                </a:solidFill>
                <a:latin typeface="Times New Roman"/>
                <a:ea typeface="Times New Roman"/>
                <a:cs typeface="Times New Roman"/>
                <a:sym typeface="Times New Roman"/>
              </a:rPr>
              <a:t>sleep</a:t>
            </a:r>
            <a:r>
              <a:rPr lang="en-IN" sz="1500">
                <a:solidFill>
                  <a:schemeClr val="dk1"/>
                </a:solidFill>
                <a:latin typeface="Times New Roman"/>
                <a:ea typeface="Times New Roman"/>
                <a:cs typeface="Times New Roman"/>
                <a:sym typeface="Times New Roman"/>
              </a:rPr>
              <a:t> function as a signal: if a guessed condition is true, the DB sleeps for N seconds and the HTTP response is slower.</a:t>
            </a:r>
            <a:endParaRPr sz="15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en-IN" sz="1500">
                <a:solidFill>
                  <a:schemeClr val="dk1"/>
                </a:solidFill>
                <a:latin typeface="Times New Roman"/>
                <a:ea typeface="Times New Roman"/>
                <a:cs typeface="Times New Roman"/>
                <a:sym typeface="Times New Roman"/>
              </a:rPr>
              <a:t>Burp Intruder automates trying many guesses (letters or ASCII codes). It sends each guess and measures response time. The guess that produces a long response time is probably correct. That’s why we use Intruder: to test many guesses quickly and reliably.</a:t>
            </a:r>
            <a:endParaRPr sz="1500">
              <a:solidFill>
                <a:schemeClr val="dk1"/>
              </a:solidFill>
              <a:latin typeface="Times New Roman"/>
              <a:ea typeface="Times New Roman"/>
              <a:cs typeface="Times New Roman"/>
              <a:sym typeface="Times New Roman"/>
            </a:endParaRPr>
          </a:p>
          <a:p>
            <a:pPr indent="0" lvl="0" marL="0" rtl="0" algn="l">
              <a:lnSpc>
                <a:spcPct val="115000"/>
              </a:lnSpc>
              <a:spcBef>
                <a:spcPts val="2400"/>
              </a:spcBef>
              <a:spcAft>
                <a:spcPts val="0"/>
              </a:spcAft>
              <a:buClr>
                <a:schemeClr val="dk1"/>
              </a:buClr>
              <a:buSzPts val="1100"/>
              <a:buFont typeface="Arial"/>
              <a:buNone/>
            </a:pPr>
            <a:r>
              <a:rPr b="1" lang="en-IN" sz="1500">
                <a:solidFill>
                  <a:schemeClr val="dk1"/>
                </a:solidFill>
                <a:latin typeface="Times New Roman"/>
                <a:ea typeface="Times New Roman"/>
                <a:cs typeface="Times New Roman"/>
                <a:sym typeface="Times New Roman"/>
              </a:rPr>
              <a:t>High level workflow (one line each)</a:t>
            </a:r>
            <a:endParaRPr b="1" sz="1500">
              <a:solidFill>
                <a:schemeClr val="dk1"/>
              </a:solidFill>
              <a:latin typeface="Times New Roman"/>
              <a:ea typeface="Times New Roman"/>
              <a:cs typeface="Times New Roman"/>
              <a:sym typeface="Times New Roman"/>
            </a:endParaRPr>
          </a:p>
          <a:p>
            <a:pPr indent="-323850" lvl="0" marL="457200" rtl="0" algn="l">
              <a:lnSpc>
                <a:spcPct val="115000"/>
              </a:lnSpc>
              <a:spcBef>
                <a:spcPts val="1200"/>
              </a:spcBef>
              <a:spcAft>
                <a:spcPts val="0"/>
              </a:spcAft>
              <a:buClr>
                <a:schemeClr val="dk1"/>
              </a:buClr>
              <a:buSzPts val="1500"/>
              <a:buFont typeface="Times New Roman"/>
              <a:buAutoNum type="arabicPeriod"/>
            </a:pPr>
            <a:r>
              <a:rPr lang="en-IN" sz="1500">
                <a:solidFill>
                  <a:schemeClr val="dk1"/>
                </a:solidFill>
                <a:latin typeface="Times New Roman"/>
                <a:ea typeface="Times New Roman"/>
                <a:cs typeface="Times New Roman"/>
                <a:sym typeface="Times New Roman"/>
              </a:rPr>
              <a:t>Capture a working request that contains the vulnerable parameter.</a:t>
            </a:r>
            <a:endParaRPr sz="1500">
              <a:solidFill>
                <a:schemeClr val="dk1"/>
              </a:solidFill>
              <a:latin typeface="Times New Roman"/>
              <a:ea typeface="Times New Roman"/>
              <a:cs typeface="Times New Roman"/>
              <a:sym typeface="Times New Roman"/>
            </a:endParaRPr>
          </a:p>
          <a:p>
            <a:pPr indent="-323850" lvl="0" marL="457200" rtl="0" algn="l">
              <a:lnSpc>
                <a:spcPct val="115000"/>
              </a:lnSpc>
              <a:spcBef>
                <a:spcPts val="0"/>
              </a:spcBef>
              <a:spcAft>
                <a:spcPts val="0"/>
              </a:spcAft>
              <a:buClr>
                <a:schemeClr val="dk1"/>
              </a:buClr>
              <a:buSzPts val="1500"/>
              <a:buFont typeface="Times New Roman"/>
              <a:buAutoNum type="arabicPeriod"/>
            </a:pPr>
            <a:r>
              <a:rPr lang="en-IN" sz="1500">
                <a:solidFill>
                  <a:schemeClr val="dk1"/>
                </a:solidFill>
                <a:latin typeface="Times New Roman"/>
                <a:ea typeface="Times New Roman"/>
                <a:cs typeface="Times New Roman"/>
                <a:sym typeface="Times New Roman"/>
              </a:rPr>
              <a:t>Send that request to Intruder.</a:t>
            </a:r>
            <a:endParaRPr sz="1500">
              <a:solidFill>
                <a:schemeClr val="dk1"/>
              </a:solidFill>
              <a:latin typeface="Times New Roman"/>
              <a:ea typeface="Times New Roman"/>
              <a:cs typeface="Times New Roman"/>
              <a:sym typeface="Times New Roman"/>
            </a:endParaRPr>
          </a:p>
          <a:p>
            <a:pPr indent="-323850" lvl="0" marL="457200" rtl="0" algn="l">
              <a:lnSpc>
                <a:spcPct val="115000"/>
              </a:lnSpc>
              <a:spcBef>
                <a:spcPts val="0"/>
              </a:spcBef>
              <a:spcAft>
                <a:spcPts val="0"/>
              </a:spcAft>
              <a:buClr>
                <a:schemeClr val="dk1"/>
              </a:buClr>
              <a:buSzPts val="1500"/>
              <a:buFont typeface="Times New Roman"/>
              <a:buAutoNum type="arabicPeriod"/>
            </a:pPr>
            <a:r>
              <a:rPr lang="en-IN" sz="1500">
                <a:solidFill>
                  <a:schemeClr val="dk1"/>
                </a:solidFill>
                <a:latin typeface="Times New Roman"/>
                <a:ea typeface="Times New Roman"/>
                <a:cs typeface="Times New Roman"/>
                <a:sym typeface="Times New Roman"/>
              </a:rPr>
              <a:t>Mark the single spot (the character or ASCII value) to replace.</a:t>
            </a:r>
            <a:endParaRPr sz="1500">
              <a:solidFill>
                <a:schemeClr val="dk1"/>
              </a:solidFill>
              <a:latin typeface="Times New Roman"/>
              <a:ea typeface="Times New Roman"/>
              <a:cs typeface="Times New Roman"/>
              <a:sym typeface="Times New Roman"/>
            </a:endParaRPr>
          </a:p>
          <a:p>
            <a:pPr indent="-323850" lvl="0" marL="457200" rtl="0" algn="l">
              <a:lnSpc>
                <a:spcPct val="115000"/>
              </a:lnSpc>
              <a:spcBef>
                <a:spcPts val="0"/>
              </a:spcBef>
              <a:spcAft>
                <a:spcPts val="0"/>
              </a:spcAft>
              <a:buClr>
                <a:schemeClr val="dk1"/>
              </a:buClr>
              <a:buSzPts val="1500"/>
              <a:buFont typeface="Times New Roman"/>
              <a:buAutoNum type="arabicPeriod"/>
            </a:pPr>
            <a:r>
              <a:rPr lang="en-IN" sz="1500">
                <a:solidFill>
                  <a:schemeClr val="dk1"/>
                </a:solidFill>
                <a:latin typeface="Times New Roman"/>
                <a:ea typeface="Times New Roman"/>
                <a:cs typeface="Times New Roman"/>
                <a:sym typeface="Times New Roman"/>
              </a:rPr>
              <a:t>Provide a list of guesses (a–z or ASCII codes).</a:t>
            </a:r>
            <a:endParaRPr sz="1500">
              <a:solidFill>
                <a:schemeClr val="dk1"/>
              </a:solidFill>
              <a:latin typeface="Times New Roman"/>
              <a:ea typeface="Times New Roman"/>
              <a:cs typeface="Times New Roman"/>
              <a:sym typeface="Times New Roman"/>
            </a:endParaRPr>
          </a:p>
          <a:p>
            <a:pPr indent="-323850" lvl="0" marL="457200" rtl="0" algn="l">
              <a:lnSpc>
                <a:spcPct val="115000"/>
              </a:lnSpc>
              <a:spcBef>
                <a:spcPts val="0"/>
              </a:spcBef>
              <a:spcAft>
                <a:spcPts val="0"/>
              </a:spcAft>
              <a:buClr>
                <a:schemeClr val="dk1"/>
              </a:buClr>
              <a:buSzPts val="1500"/>
              <a:buAutoNum type="arabicPeriod"/>
            </a:pPr>
            <a:r>
              <a:rPr lang="en-IN" sz="1500">
                <a:solidFill>
                  <a:schemeClr val="dk1"/>
                </a:solidFill>
                <a:latin typeface="Times New Roman"/>
                <a:ea typeface="Times New Roman"/>
                <a:cs typeface="Times New Roman"/>
                <a:sym typeface="Times New Roman"/>
              </a:rPr>
              <a:t>Start attack and sort results by </a:t>
            </a:r>
            <a:r>
              <a:rPr b="1" lang="en-IN" sz="1500">
                <a:solidFill>
                  <a:schemeClr val="dk1"/>
                </a:solidFill>
                <a:latin typeface="Times New Roman"/>
                <a:ea typeface="Times New Roman"/>
                <a:cs typeface="Times New Roman"/>
                <a:sym typeface="Times New Roman"/>
              </a:rPr>
              <a:t>Response time</a:t>
            </a:r>
            <a:r>
              <a:rPr lang="en-IN" sz="1500">
                <a:solidFill>
                  <a:schemeClr val="dk1"/>
                </a:solidFill>
                <a:latin typeface="Times New Roman"/>
                <a:ea typeface="Times New Roman"/>
                <a:cs typeface="Times New Roman"/>
                <a:sym typeface="Times New Roman"/>
              </a:rPr>
              <a:t>.</a:t>
            </a:r>
            <a:endParaRPr sz="1500">
              <a:solidFill>
                <a:schemeClr val="dk1"/>
              </a:solidFill>
              <a:latin typeface="Times New Roman"/>
              <a:ea typeface="Times New Roman"/>
              <a:cs typeface="Times New Roman"/>
              <a:sym typeface="Times New Roman"/>
            </a:endParaRPr>
          </a:p>
          <a:p>
            <a:pPr indent="-323850" lvl="0" marL="457200" rtl="0" algn="l">
              <a:lnSpc>
                <a:spcPct val="115000"/>
              </a:lnSpc>
              <a:spcBef>
                <a:spcPts val="0"/>
              </a:spcBef>
              <a:spcAft>
                <a:spcPts val="0"/>
              </a:spcAft>
              <a:buClr>
                <a:schemeClr val="dk1"/>
              </a:buClr>
              <a:buSzPts val="1500"/>
              <a:buFont typeface="Times New Roman"/>
              <a:buAutoNum type="arabicPeriod"/>
            </a:pPr>
            <a:r>
              <a:rPr lang="en-IN" sz="1500">
                <a:solidFill>
                  <a:schemeClr val="dk1"/>
                </a:solidFill>
                <a:latin typeface="Times New Roman"/>
                <a:ea typeface="Times New Roman"/>
                <a:cs typeface="Times New Roman"/>
                <a:sym typeface="Times New Roman"/>
              </a:rPr>
              <a:t>Confirm the top result in Repeater (manual confirmation).</a:t>
            </a:r>
            <a:endParaRPr sz="1500">
              <a:solidFill>
                <a:schemeClr val="dk1"/>
              </a:solidFill>
              <a:latin typeface="Times New Roman"/>
              <a:ea typeface="Times New Roman"/>
              <a:cs typeface="Times New Roman"/>
              <a:sym typeface="Times New Roman"/>
            </a:endParaRPr>
          </a:p>
          <a:p>
            <a:pPr indent="-323850" lvl="0" marL="457200" rtl="0" algn="l">
              <a:lnSpc>
                <a:spcPct val="115000"/>
              </a:lnSpc>
              <a:spcBef>
                <a:spcPts val="0"/>
              </a:spcBef>
              <a:spcAft>
                <a:spcPts val="0"/>
              </a:spcAft>
              <a:buClr>
                <a:schemeClr val="dk1"/>
              </a:buClr>
              <a:buSzPts val="1500"/>
              <a:buFont typeface="Times New Roman"/>
              <a:buAutoNum type="arabicPeriod"/>
            </a:pPr>
            <a:r>
              <a:rPr lang="en-IN" sz="1500">
                <a:solidFill>
                  <a:schemeClr val="dk1"/>
                </a:solidFill>
                <a:latin typeface="Times New Roman"/>
                <a:ea typeface="Times New Roman"/>
                <a:cs typeface="Times New Roman"/>
                <a:sym typeface="Times New Roman"/>
              </a:rPr>
              <a:t>Move to next position (pos 2) and repeat.</a:t>
            </a:r>
            <a:endParaRPr sz="1500">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0"/>
              </a:spcAft>
              <a:buNone/>
            </a:pPr>
            <a:r>
              <a:t/>
            </a:r>
            <a:endParaRPr sz="1100">
              <a:solidFill>
                <a:schemeClr val="dk1"/>
              </a:solidFill>
            </a:endParaRPr>
          </a:p>
          <a:p>
            <a:pPr indent="0" lvl="0" marL="0" rtl="0" algn="l">
              <a:spcBef>
                <a:spcPts val="1200"/>
              </a:spcBef>
              <a:spcAft>
                <a:spcPts val="0"/>
              </a:spcAft>
              <a:buNone/>
            </a:pPr>
            <a:r>
              <a:t/>
            </a:r>
            <a:endParaRPr sz="1500">
              <a:solidFill>
                <a:schemeClr val="dk1"/>
              </a:solidFill>
              <a:latin typeface="Times New Roman"/>
              <a:ea typeface="Times New Roman"/>
              <a:cs typeface="Times New Roman"/>
              <a:sym typeface="Times New Roman"/>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7" name="Shape 437"/>
        <p:cNvGrpSpPr/>
        <p:nvPr/>
      </p:nvGrpSpPr>
      <p:grpSpPr>
        <a:xfrm>
          <a:off x="0" y="0"/>
          <a:ext cx="0" cy="0"/>
          <a:chOff x="0" y="0"/>
          <a:chExt cx="0" cy="0"/>
        </a:xfrm>
      </p:grpSpPr>
      <p:sp>
        <p:nvSpPr>
          <p:cNvPr id="438" name="Google Shape;438;g3951a309050_0_96"/>
          <p:cNvSpPr txBox="1"/>
          <p:nvPr/>
        </p:nvSpPr>
        <p:spPr>
          <a:xfrm>
            <a:off x="0" y="0"/>
            <a:ext cx="11781900" cy="6459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400"/>
              </a:spcBef>
              <a:spcAft>
                <a:spcPts val="0"/>
              </a:spcAft>
              <a:buNone/>
            </a:pPr>
            <a:r>
              <a:rPr b="1" lang="en-IN" sz="1300">
                <a:solidFill>
                  <a:schemeClr val="dk1"/>
                </a:solidFill>
              </a:rPr>
              <a:t>Step 1 — Capture the request (purpose: get the exact HTTP you’ll alter)</a:t>
            </a:r>
            <a:endParaRPr b="1" sz="1300">
              <a:solidFill>
                <a:schemeClr val="dk1"/>
              </a:solidFill>
            </a:endParaRPr>
          </a:p>
          <a:p>
            <a:pPr indent="0" lvl="0" marL="0" rtl="0" algn="l">
              <a:lnSpc>
                <a:spcPct val="115000"/>
              </a:lnSpc>
              <a:spcBef>
                <a:spcPts val="1200"/>
              </a:spcBef>
              <a:spcAft>
                <a:spcPts val="0"/>
              </a:spcAft>
              <a:buNone/>
            </a:pPr>
            <a:r>
              <a:rPr lang="en-IN" sz="1100">
                <a:solidFill>
                  <a:schemeClr val="dk1"/>
                </a:solidFill>
              </a:rPr>
              <a:t>What you do:</a:t>
            </a:r>
            <a:endParaRPr sz="11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IN" sz="1100">
                <a:solidFill>
                  <a:schemeClr val="dk1"/>
                </a:solidFill>
              </a:rPr>
              <a:t>In the browser, with Burp running, open the vulnerable page (DVWA blind SQLi form).</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IN" sz="1100">
                <a:solidFill>
                  <a:schemeClr val="dk1"/>
                </a:solidFill>
              </a:rPr>
              <a:t>Intercept the request and </a:t>
            </a:r>
            <a:r>
              <a:rPr b="1" lang="en-IN" sz="1100">
                <a:solidFill>
                  <a:schemeClr val="dk1"/>
                </a:solidFill>
              </a:rPr>
              <a:t>right‑click → Send to Intruder</a:t>
            </a:r>
            <a:r>
              <a:rPr lang="en-IN" sz="1100">
                <a:solidFill>
                  <a:schemeClr val="dk1"/>
                </a:solidFill>
              </a:rPr>
              <a:t>.</a:t>
            </a:r>
            <a:endParaRPr sz="1100">
              <a:solidFill>
                <a:schemeClr val="dk1"/>
              </a:solidFill>
            </a:endParaRPr>
          </a:p>
          <a:p>
            <a:pPr indent="0" lvl="0" marL="0" rtl="0" algn="l">
              <a:lnSpc>
                <a:spcPct val="115000"/>
              </a:lnSpc>
              <a:spcBef>
                <a:spcPts val="1200"/>
              </a:spcBef>
              <a:spcAft>
                <a:spcPts val="0"/>
              </a:spcAft>
              <a:buNone/>
            </a:pPr>
            <a:r>
              <a:rPr lang="en-IN" sz="1100">
                <a:solidFill>
                  <a:schemeClr val="dk1"/>
                </a:solidFill>
              </a:rPr>
              <a:t>Why: Intruder needs the real HTTP request so it can modify that request and send variants.</a:t>
            </a:r>
            <a:endParaRPr sz="1100">
              <a:solidFill>
                <a:schemeClr val="dk1"/>
              </a:solidFill>
            </a:endParaRPr>
          </a:p>
          <a:p>
            <a:pPr indent="0" lvl="0" marL="0" rtl="0" algn="l">
              <a:lnSpc>
                <a:spcPct val="115000"/>
              </a:lnSpc>
              <a:spcBef>
                <a:spcPts val="1200"/>
              </a:spcBef>
              <a:spcAft>
                <a:spcPts val="0"/>
              </a:spcAft>
              <a:buNone/>
            </a:pPr>
            <a:r>
              <a:t/>
            </a:r>
            <a:endParaRPr sz="1100">
              <a:solidFill>
                <a:schemeClr val="dk1"/>
              </a:solidFill>
            </a:endParaRPr>
          </a:p>
          <a:p>
            <a:pPr indent="0" lvl="0" marL="0" rtl="0" algn="l">
              <a:lnSpc>
                <a:spcPct val="115000"/>
              </a:lnSpc>
              <a:spcBef>
                <a:spcPts val="1400"/>
              </a:spcBef>
              <a:spcAft>
                <a:spcPts val="0"/>
              </a:spcAft>
              <a:buNone/>
            </a:pPr>
            <a:r>
              <a:rPr b="1" lang="en-IN" sz="1300">
                <a:solidFill>
                  <a:schemeClr val="dk1"/>
                </a:solidFill>
              </a:rPr>
              <a:t>Step 2 — Go to Intruder → Positions (purpose: tell Burp </a:t>
            </a:r>
            <a:r>
              <a:rPr b="1" i="1" lang="en-IN" sz="1300">
                <a:solidFill>
                  <a:schemeClr val="dk1"/>
                </a:solidFill>
              </a:rPr>
              <a:t>what to change</a:t>
            </a:r>
            <a:r>
              <a:rPr b="1" lang="en-IN" sz="1300">
                <a:solidFill>
                  <a:schemeClr val="dk1"/>
                </a:solidFill>
              </a:rPr>
              <a:t>)</a:t>
            </a:r>
            <a:endParaRPr b="1" sz="1300">
              <a:solidFill>
                <a:schemeClr val="dk1"/>
              </a:solidFill>
            </a:endParaRPr>
          </a:p>
          <a:p>
            <a:pPr indent="0" lvl="0" marL="0" rtl="0" algn="l">
              <a:lnSpc>
                <a:spcPct val="115000"/>
              </a:lnSpc>
              <a:spcBef>
                <a:spcPts val="1200"/>
              </a:spcBef>
              <a:spcAft>
                <a:spcPts val="0"/>
              </a:spcAft>
              <a:buNone/>
            </a:pPr>
            <a:r>
              <a:rPr lang="en-IN" sz="1100">
                <a:solidFill>
                  <a:schemeClr val="dk1"/>
                </a:solidFill>
              </a:rPr>
              <a:t>What you do:</a:t>
            </a:r>
            <a:endParaRPr sz="11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IN" sz="1100">
                <a:solidFill>
                  <a:schemeClr val="dk1"/>
                </a:solidFill>
              </a:rPr>
              <a:t>Open the request in Intruder → </a:t>
            </a:r>
            <a:r>
              <a:rPr b="1" lang="en-IN" sz="1100">
                <a:solidFill>
                  <a:schemeClr val="dk1"/>
                </a:solidFill>
              </a:rPr>
              <a:t>Positions</a:t>
            </a:r>
            <a:r>
              <a:rPr lang="en-IN" sz="1100">
                <a:solidFill>
                  <a:schemeClr val="dk1"/>
                </a:solidFill>
              </a:rPr>
              <a:t> tab.</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IN" sz="1100">
                <a:solidFill>
                  <a:schemeClr val="dk1"/>
                </a:solidFill>
              </a:rPr>
              <a:t>Click </a:t>
            </a:r>
            <a:r>
              <a:rPr b="1" lang="en-IN" sz="1100">
                <a:solidFill>
                  <a:schemeClr val="dk1"/>
                </a:solidFill>
              </a:rPr>
              <a:t>Clear §</a:t>
            </a:r>
            <a:r>
              <a:rPr lang="en-IN" sz="1100">
                <a:solidFill>
                  <a:schemeClr val="dk1"/>
                </a:solidFill>
              </a:rPr>
              <a:t> to remove auto markers (we want full control).</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IN" sz="1100">
                <a:solidFill>
                  <a:schemeClr val="dk1"/>
                </a:solidFill>
              </a:rPr>
              <a:t>Edit the request so the part you want to change is visible. There are two common templates:</a:t>
            </a:r>
            <a:br>
              <a:rPr lang="en-IN" sz="1100">
                <a:solidFill>
                  <a:schemeClr val="dk1"/>
                </a:solidFill>
              </a:rPr>
            </a:br>
            <a:endParaRPr sz="1100">
              <a:solidFill>
                <a:schemeClr val="dk1"/>
              </a:solidFill>
            </a:endParaRPr>
          </a:p>
          <a:p>
            <a:pPr indent="0" lvl="0" marL="0" rtl="0" algn="l">
              <a:lnSpc>
                <a:spcPct val="115000"/>
              </a:lnSpc>
              <a:spcBef>
                <a:spcPts val="1200"/>
              </a:spcBef>
              <a:spcAft>
                <a:spcPts val="0"/>
              </a:spcAft>
              <a:buNone/>
            </a:pPr>
            <a:r>
              <a:rPr lang="en-IN" sz="1100">
                <a:solidFill>
                  <a:schemeClr val="dk1"/>
                </a:solidFill>
              </a:rPr>
              <a:t>A) </a:t>
            </a:r>
            <a:r>
              <a:rPr b="1" lang="en-IN" sz="1100">
                <a:solidFill>
                  <a:schemeClr val="dk1"/>
                </a:solidFill>
              </a:rPr>
              <a:t>Character mode (replace a char)</a:t>
            </a:r>
            <a:r>
              <a:rPr lang="en-IN" sz="1100">
                <a:solidFill>
                  <a:schemeClr val="dk1"/>
                </a:solidFill>
              </a:rPr>
              <a:t> — use when you want to try letters directly:</a:t>
            </a:r>
            <a:endParaRPr sz="1100">
              <a:solidFill>
                <a:schemeClr val="dk1"/>
              </a:solidFill>
            </a:endParaRPr>
          </a:p>
          <a:p>
            <a:pPr indent="0" lvl="0" marL="0" rtl="0" algn="l">
              <a:lnSpc>
                <a:spcPct val="115000"/>
              </a:lnSpc>
              <a:spcBef>
                <a:spcPts val="1200"/>
              </a:spcBef>
              <a:spcAft>
                <a:spcPts val="0"/>
              </a:spcAft>
              <a:buNone/>
            </a:pPr>
            <a:r>
              <a:rPr lang="en-IN" sz="1100">
                <a:solidFill>
                  <a:srgbClr val="188038"/>
                </a:solidFill>
                <a:latin typeface="Roboto Mono"/>
                <a:ea typeface="Roboto Mono"/>
                <a:cs typeface="Roboto Mono"/>
                <a:sym typeface="Roboto Mono"/>
              </a:rPr>
              <a:t>... id=1' AND IF(ASCII(SUBSTRING((SELECT database()),1,1))=ASCII('§'), SLEEP(5), 0) -- - &amp;Submit=Submit</a:t>
            </a:r>
            <a:endParaRPr sz="1100">
              <a:solidFill>
                <a:schemeClr val="dk1"/>
              </a:solidFill>
            </a:endParaRPr>
          </a:p>
          <a:p>
            <a:pPr indent="0" lvl="0" marL="0" rtl="0" algn="l">
              <a:lnSpc>
                <a:spcPct val="115000"/>
              </a:lnSpc>
              <a:spcBef>
                <a:spcPts val="1200"/>
              </a:spcBef>
              <a:spcAft>
                <a:spcPts val="0"/>
              </a:spcAft>
              <a:buNone/>
            </a:pPr>
            <a:r>
              <a:rPr lang="en-IN" sz="1100">
                <a:solidFill>
                  <a:schemeClr val="dk1"/>
                </a:solidFill>
              </a:rPr>
              <a:t>Highlight just the </a:t>
            </a:r>
            <a:r>
              <a:rPr lang="en-IN" sz="1100">
                <a:solidFill>
                  <a:srgbClr val="188038"/>
                </a:solidFill>
                <a:latin typeface="Roboto Mono"/>
                <a:ea typeface="Roboto Mono"/>
                <a:cs typeface="Roboto Mono"/>
                <a:sym typeface="Roboto Mono"/>
              </a:rPr>
              <a:t>§</a:t>
            </a:r>
            <a:r>
              <a:rPr lang="en-IN" sz="1100">
                <a:solidFill>
                  <a:schemeClr val="dk1"/>
                </a:solidFill>
              </a:rPr>
              <a:t> and click </a:t>
            </a:r>
            <a:r>
              <a:rPr b="1" lang="en-IN" sz="1100">
                <a:solidFill>
                  <a:schemeClr val="dk1"/>
                </a:solidFill>
              </a:rPr>
              <a:t>Add §</a:t>
            </a:r>
            <a:r>
              <a:rPr lang="en-IN" sz="1100">
                <a:solidFill>
                  <a:schemeClr val="dk1"/>
                </a:solidFill>
              </a:rPr>
              <a:t>.</a:t>
            </a:r>
            <a:endParaRPr sz="1100">
              <a:solidFill>
                <a:schemeClr val="dk1"/>
              </a:solidFill>
            </a:endParaRPr>
          </a:p>
          <a:p>
            <a:pPr indent="0" lvl="0" marL="0" rtl="0" algn="l">
              <a:lnSpc>
                <a:spcPct val="115000"/>
              </a:lnSpc>
              <a:spcBef>
                <a:spcPts val="1200"/>
              </a:spcBef>
              <a:spcAft>
                <a:spcPts val="0"/>
              </a:spcAft>
              <a:buNone/>
            </a:pPr>
            <a:r>
              <a:rPr lang="en-IN" sz="1100">
                <a:solidFill>
                  <a:schemeClr val="dk1"/>
                </a:solidFill>
              </a:rPr>
              <a:t>B) </a:t>
            </a:r>
            <a:r>
              <a:rPr b="1" lang="en-IN" sz="1100">
                <a:solidFill>
                  <a:schemeClr val="dk1"/>
                </a:solidFill>
              </a:rPr>
              <a:t>Numeric ASCII mode</a:t>
            </a:r>
            <a:r>
              <a:rPr lang="en-IN" sz="1100">
                <a:solidFill>
                  <a:schemeClr val="dk1"/>
                </a:solidFill>
              </a:rPr>
              <a:t> — use when injecting ASCII numbers (good for binary search):</a:t>
            </a:r>
            <a:endParaRPr sz="1100">
              <a:solidFill>
                <a:schemeClr val="dk1"/>
              </a:solidFill>
            </a:endParaRPr>
          </a:p>
          <a:p>
            <a:pPr indent="0" lvl="0" marL="0" rtl="0" algn="l">
              <a:lnSpc>
                <a:spcPct val="115000"/>
              </a:lnSpc>
              <a:spcBef>
                <a:spcPts val="1200"/>
              </a:spcBef>
              <a:spcAft>
                <a:spcPts val="0"/>
              </a:spcAft>
              <a:buNone/>
            </a:pPr>
            <a:r>
              <a:rPr lang="en-IN" sz="1100">
                <a:solidFill>
                  <a:srgbClr val="188038"/>
                </a:solidFill>
                <a:latin typeface="Roboto Mono"/>
                <a:ea typeface="Roboto Mono"/>
                <a:cs typeface="Roboto Mono"/>
                <a:sym typeface="Roboto Mono"/>
              </a:rPr>
              <a:t>... id=1' AND IF(ASCII(SUBSTRING((SELECT database()),1,1))=§, SLEEP(5), 0) -- - &amp;Submit=Submit</a:t>
            </a:r>
            <a:endParaRPr sz="1100">
              <a:solidFill>
                <a:schemeClr val="dk1"/>
              </a:solidFill>
            </a:endParaRPr>
          </a:p>
          <a:p>
            <a:pPr indent="0" lvl="0" marL="0" rtl="0" algn="l">
              <a:lnSpc>
                <a:spcPct val="115000"/>
              </a:lnSpc>
              <a:spcBef>
                <a:spcPts val="1200"/>
              </a:spcBef>
              <a:spcAft>
                <a:spcPts val="0"/>
              </a:spcAft>
              <a:buNone/>
            </a:pPr>
            <a:r>
              <a:rPr lang="en-IN" sz="1100">
                <a:solidFill>
                  <a:schemeClr val="dk1"/>
                </a:solidFill>
              </a:rPr>
              <a:t>Highlight </a:t>
            </a:r>
            <a:r>
              <a:rPr lang="en-IN" sz="1100">
                <a:solidFill>
                  <a:srgbClr val="188038"/>
                </a:solidFill>
                <a:latin typeface="Roboto Mono"/>
                <a:ea typeface="Roboto Mono"/>
                <a:cs typeface="Roboto Mono"/>
                <a:sym typeface="Roboto Mono"/>
              </a:rPr>
              <a:t>§</a:t>
            </a:r>
            <a:r>
              <a:rPr lang="en-IN" sz="1100">
                <a:solidFill>
                  <a:schemeClr val="dk1"/>
                </a:solidFill>
              </a:rPr>
              <a:t> (the numeric position) and click </a:t>
            </a:r>
            <a:r>
              <a:rPr b="1" lang="en-IN" sz="1100">
                <a:solidFill>
                  <a:schemeClr val="dk1"/>
                </a:solidFill>
              </a:rPr>
              <a:t>Add §</a:t>
            </a:r>
            <a:r>
              <a:rPr lang="en-IN" sz="1100">
                <a:solidFill>
                  <a:schemeClr val="dk1"/>
                </a:solidFill>
              </a:rPr>
              <a:t>.</a:t>
            </a:r>
            <a:endParaRPr sz="1100">
              <a:solidFill>
                <a:schemeClr val="dk1"/>
              </a:solidFill>
            </a:endParaRPr>
          </a:p>
          <a:p>
            <a:pPr indent="0" lvl="0" marL="0" rtl="0" algn="l">
              <a:lnSpc>
                <a:spcPct val="115000"/>
              </a:lnSpc>
              <a:spcBef>
                <a:spcPts val="1200"/>
              </a:spcBef>
              <a:spcAft>
                <a:spcPts val="0"/>
              </a:spcAft>
              <a:buNone/>
            </a:pPr>
            <a:r>
              <a:rPr lang="en-IN" sz="1100">
                <a:solidFill>
                  <a:schemeClr val="dk1"/>
                </a:solidFill>
              </a:rPr>
              <a:t>Plain explanation: the § is the placeholder Burp will replace for each guess. We only want </a:t>
            </a:r>
            <a:r>
              <a:rPr i="1" lang="en-IN" sz="1100">
                <a:solidFill>
                  <a:schemeClr val="dk1"/>
                </a:solidFill>
              </a:rPr>
              <a:t>one</a:t>
            </a:r>
            <a:r>
              <a:rPr lang="en-IN" sz="1100">
                <a:solidFill>
                  <a:schemeClr val="dk1"/>
                </a:solidFill>
              </a:rPr>
              <a:t> placeholder — one target position at a time.</a:t>
            </a:r>
            <a:endParaRPr sz="1100">
              <a:solidFill>
                <a:schemeClr val="dk1"/>
              </a:solidFill>
            </a:endParaRPr>
          </a:p>
          <a:p>
            <a:pPr indent="0" lvl="0" marL="0" rtl="0" algn="l">
              <a:lnSpc>
                <a:spcPct val="115000"/>
              </a:lnSpc>
              <a:spcBef>
                <a:spcPts val="1200"/>
              </a:spcBef>
              <a:spcAft>
                <a:spcPts val="1200"/>
              </a:spcAft>
              <a:buNone/>
            </a:pPr>
            <a:r>
              <a:rPr lang="en-IN" sz="1100">
                <a:solidFill>
                  <a:schemeClr val="dk1"/>
                </a:solidFill>
              </a:rPr>
              <a:t>First I will proceed with A.</a:t>
            </a:r>
            <a:endParaRPr sz="1100">
              <a:solidFill>
                <a:schemeClr val="dk1"/>
              </a:solidFill>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3" name="Shape 443"/>
        <p:cNvGrpSpPr/>
        <p:nvPr/>
      </p:nvGrpSpPr>
      <p:grpSpPr>
        <a:xfrm>
          <a:off x="0" y="0"/>
          <a:ext cx="0" cy="0"/>
          <a:chOff x="0" y="0"/>
          <a:chExt cx="0" cy="0"/>
        </a:xfrm>
      </p:grpSpPr>
      <p:pic>
        <p:nvPicPr>
          <p:cNvPr id="444" name="Google Shape;444;g3951a309050_0_141" title="Screenshot 2025-10-22 at 5.07.22 PM.png"/>
          <p:cNvPicPr preferRelativeResize="0"/>
          <p:nvPr/>
        </p:nvPicPr>
        <p:blipFill>
          <a:blip r:embed="rId3">
            <a:alphaModFix/>
          </a:blip>
          <a:stretch>
            <a:fillRect/>
          </a:stretch>
        </p:blipFill>
        <p:spPr>
          <a:xfrm>
            <a:off x="152400" y="152400"/>
            <a:ext cx="11887201" cy="5589538"/>
          </a:xfrm>
          <a:prstGeom prst="rect">
            <a:avLst/>
          </a:prstGeom>
          <a:noFill/>
          <a:ln>
            <a:noFill/>
          </a:ln>
        </p:spPr>
      </p:pic>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9" name="Shape 449"/>
        <p:cNvGrpSpPr/>
        <p:nvPr/>
      </p:nvGrpSpPr>
      <p:grpSpPr>
        <a:xfrm>
          <a:off x="0" y="0"/>
          <a:ext cx="0" cy="0"/>
          <a:chOff x="0" y="0"/>
          <a:chExt cx="0" cy="0"/>
        </a:xfrm>
      </p:grpSpPr>
      <p:sp>
        <p:nvSpPr>
          <p:cNvPr id="450" name="Google Shape;450;g3951a309050_0_104"/>
          <p:cNvSpPr txBox="1"/>
          <p:nvPr/>
        </p:nvSpPr>
        <p:spPr>
          <a:xfrm>
            <a:off x="0" y="0"/>
            <a:ext cx="3000000" cy="5949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400"/>
              </a:spcBef>
              <a:spcAft>
                <a:spcPts val="0"/>
              </a:spcAft>
              <a:buNone/>
            </a:pPr>
            <a:r>
              <a:rPr b="1" lang="en-IN" sz="1300">
                <a:solidFill>
                  <a:schemeClr val="dk1"/>
                </a:solidFill>
              </a:rPr>
              <a:t>Step 3 — Payloads tab (purpose: give Intruder the guesses to try)</a:t>
            </a:r>
            <a:endParaRPr sz="11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IN" sz="1100">
                <a:solidFill>
                  <a:schemeClr val="dk1"/>
                </a:solidFill>
              </a:rPr>
              <a:t>Click </a:t>
            </a:r>
            <a:r>
              <a:rPr b="1" lang="en-IN" sz="1100">
                <a:solidFill>
                  <a:schemeClr val="dk1"/>
                </a:solidFill>
              </a:rPr>
              <a:t>Payloads</a:t>
            </a:r>
            <a:r>
              <a:rPr lang="en-IN" sz="1100">
                <a:solidFill>
                  <a:schemeClr val="dk1"/>
                </a:solidFill>
              </a:rPr>
              <a:t>.</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IN" sz="1100">
                <a:solidFill>
                  <a:schemeClr val="dk1"/>
                </a:solidFill>
              </a:rPr>
              <a:t>Payload type: </a:t>
            </a:r>
            <a:r>
              <a:rPr b="1" lang="en-IN" sz="1100">
                <a:solidFill>
                  <a:schemeClr val="dk1"/>
                </a:solidFill>
              </a:rPr>
              <a:t>Simple list</a:t>
            </a:r>
            <a:r>
              <a:rPr lang="en-IN" sz="1100">
                <a:solidFill>
                  <a:schemeClr val="dk1"/>
                </a:solidFill>
              </a:rPr>
              <a:t>.</a:t>
            </a:r>
            <a:endParaRPr sz="1100">
              <a:solidFill>
                <a:schemeClr val="dk1"/>
              </a:solidFill>
            </a:endParaRPr>
          </a:p>
          <a:p>
            <a:pPr indent="0" lvl="0" marL="0" rtl="0" algn="l">
              <a:lnSpc>
                <a:spcPct val="115000"/>
              </a:lnSpc>
              <a:spcBef>
                <a:spcPts val="1200"/>
              </a:spcBef>
              <a:spcAft>
                <a:spcPts val="0"/>
              </a:spcAft>
              <a:buNone/>
            </a:pPr>
            <a:r>
              <a:rPr lang="en-IN" sz="1100">
                <a:solidFill>
                  <a:schemeClr val="dk1"/>
                </a:solidFill>
              </a:rPr>
              <a:t>If you used </a:t>
            </a:r>
            <a:r>
              <a:rPr b="1" lang="en-IN" sz="1100">
                <a:solidFill>
                  <a:schemeClr val="dk1"/>
                </a:solidFill>
              </a:rPr>
              <a:t>Character mode</a:t>
            </a:r>
            <a:r>
              <a:rPr lang="en-IN" sz="1100">
                <a:solidFill>
                  <a:schemeClr val="dk1"/>
                </a:solidFill>
              </a:rPr>
              <a:t>, paste this list (one per line):</a:t>
            </a:r>
            <a:endParaRPr sz="1100">
              <a:solidFill>
                <a:schemeClr val="dk1"/>
              </a:solidFill>
            </a:endParaRPr>
          </a:p>
          <a:p>
            <a:pPr indent="0" lvl="0" marL="0" rtl="0" algn="l">
              <a:spcBef>
                <a:spcPts val="1200"/>
              </a:spcBef>
              <a:spcAft>
                <a:spcPts val="0"/>
              </a:spcAft>
              <a:buNone/>
            </a:pPr>
            <a:r>
              <a:rPr lang="en-IN" sz="1100">
                <a:solidFill>
                  <a:srgbClr val="188038"/>
                </a:solidFill>
                <a:latin typeface="Roboto Mono"/>
                <a:ea typeface="Roboto Mono"/>
                <a:cs typeface="Roboto Mono"/>
                <a:sym typeface="Roboto Mono"/>
              </a:rPr>
              <a:t>a</a:t>
            </a:r>
            <a:endParaRPr sz="1100">
              <a:solidFill>
                <a:srgbClr val="188038"/>
              </a:solidFill>
              <a:latin typeface="Roboto Mono"/>
              <a:ea typeface="Roboto Mono"/>
              <a:cs typeface="Roboto Mono"/>
              <a:sym typeface="Roboto Mono"/>
            </a:endParaRPr>
          </a:p>
          <a:p>
            <a:pPr indent="0" lvl="0" marL="0" rtl="0" algn="l">
              <a:spcBef>
                <a:spcPts val="0"/>
              </a:spcBef>
              <a:spcAft>
                <a:spcPts val="0"/>
              </a:spcAft>
              <a:buNone/>
            </a:pPr>
            <a:r>
              <a:rPr lang="en-IN" sz="1100">
                <a:solidFill>
                  <a:srgbClr val="188038"/>
                </a:solidFill>
                <a:latin typeface="Roboto Mono"/>
                <a:ea typeface="Roboto Mono"/>
                <a:cs typeface="Roboto Mono"/>
                <a:sym typeface="Roboto Mono"/>
              </a:rPr>
              <a:t>b</a:t>
            </a:r>
            <a:endParaRPr sz="1100">
              <a:solidFill>
                <a:srgbClr val="188038"/>
              </a:solidFill>
              <a:latin typeface="Roboto Mono"/>
              <a:ea typeface="Roboto Mono"/>
              <a:cs typeface="Roboto Mono"/>
              <a:sym typeface="Roboto Mono"/>
            </a:endParaRPr>
          </a:p>
          <a:p>
            <a:pPr indent="0" lvl="0" marL="0" rtl="0" algn="l">
              <a:spcBef>
                <a:spcPts val="0"/>
              </a:spcBef>
              <a:spcAft>
                <a:spcPts val="0"/>
              </a:spcAft>
              <a:buNone/>
            </a:pPr>
            <a:r>
              <a:rPr lang="en-IN" sz="1100">
                <a:solidFill>
                  <a:srgbClr val="188038"/>
                </a:solidFill>
                <a:latin typeface="Roboto Mono"/>
                <a:ea typeface="Roboto Mono"/>
                <a:cs typeface="Roboto Mono"/>
                <a:sym typeface="Roboto Mono"/>
              </a:rPr>
              <a:t>c</a:t>
            </a:r>
            <a:endParaRPr sz="1100">
              <a:solidFill>
                <a:srgbClr val="188038"/>
              </a:solidFill>
              <a:latin typeface="Roboto Mono"/>
              <a:ea typeface="Roboto Mono"/>
              <a:cs typeface="Roboto Mono"/>
              <a:sym typeface="Roboto Mono"/>
            </a:endParaRPr>
          </a:p>
          <a:p>
            <a:pPr indent="0" lvl="0" marL="0" rtl="0" algn="l">
              <a:spcBef>
                <a:spcPts val="0"/>
              </a:spcBef>
              <a:spcAft>
                <a:spcPts val="0"/>
              </a:spcAft>
              <a:buNone/>
            </a:pPr>
            <a:r>
              <a:rPr lang="en-IN" sz="1100">
                <a:solidFill>
                  <a:srgbClr val="188038"/>
                </a:solidFill>
                <a:latin typeface="Roboto Mono"/>
                <a:ea typeface="Roboto Mono"/>
                <a:cs typeface="Roboto Mono"/>
                <a:sym typeface="Roboto Mono"/>
              </a:rPr>
              <a:t>d</a:t>
            </a:r>
            <a:endParaRPr sz="1100">
              <a:solidFill>
                <a:srgbClr val="188038"/>
              </a:solidFill>
              <a:latin typeface="Roboto Mono"/>
              <a:ea typeface="Roboto Mono"/>
              <a:cs typeface="Roboto Mono"/>
              <a:sym typeface="Roboto Mono"/>
            </a:endParaRPr>
          </a:p>
          <a:p>
            <a:pPr indent="0" lvl="0" marL="0" rtl="0" algn="l">
              <a:spcBef>
                <a:spcPts val="0"/>
              </a:spcBef>
              <a:spcAft>
                <a:spcPts val="0"/>
              </a:spcAft>
              <a:buNone/>
            </a:pPr>
            <a:r>
              <a:rPr lang="en-IN" sz="1100">
                <a:solidFill>
                  <a:srgbClr val="188038"/>
                </a:solidFill>
                <a:latin typeface="Roboto Mono"/>
                <a:ea typeface="Roboto Mono"/>
                <a:cs typeface="Roboto Mono"/>
                <a:sym typeface="Roboto Mono"/>
              </a:rPr>
              <a:t>e</a:t>
            </a:r>
            <a:endParaRPr sz="1100">
              <a:solidFill>
                <a:srgbClr val="188038"/>
              </a:solidFill>
              <a:latin typeface="Roboto Mono"/>
              <a:ea typeface="Roboto Mono"/>
              <a:cs typeface="Roboto Mono"/>
              <a:sym typeface="Roboto Mono"/>
            </a:endParaRPr>
          </a:p>
          <a:p>
            <a:pPr indent="0" lvl="0" marL="0" rtl="0" algn="l">
              <a:spcBef>
                <a:spcPts val="0"/>
              </a:spcBef>
              <a:spcAft>
                <a:spcPts val="0"/>
              </a:spcAft>
              <a:buNone/>
            </a:pPr>
            <a:r>
              <a:t/>
            </a:r>
            <a:endParaRPr sz="1100">
              <a:solidFill>
                <a:srgbClr val="188038"/>
              </a:solidFill>
              <a:latin typeface="Roboto Mono"/>
              <a:ea typeface="Roboto Mono"/>
              <a:cs typeface="Roboto Mono"/>
              <a:sym typeface="Roboto Mono"/>
            </a:endParaRPr>
          </a:p>
          <a:p>
            <a:pPr indent="0" lvl="0" marL="0" rtl="0" algn="l">
              <a:spcBef>
                <a:spcPts val="0"/>
              </a:spcBef>
              <a:spcAft>
                <a:spcPts val="0"/>
              </a:spcAft>
              <a:buNone/>
            </a:pPr>
            <a:r>
              <a:rPr lang="en-IN" sz="1100">
                <a:solidFill>
                  <a:srgbClr val="188038"/>
                </a:solidFill>
                <a:latin typeface="Roboto Mono"/>
                <a:ea typeface="Roboto Mono"/>
                <a:cs typeface="Roboto Mono"/>
                <a:sym typeface="Roboto Mono"/>
              </a:rPr>
              <a:t>.</a:t>
            </a:r>
            <a:endParaRPr sz="1100">
              <a:solidFill>
                <a:srgbClr val="188038"/>
              </a:solidFill>
              <a:latin typeface="Roboto Mono"/>
              <a:ea typeface="Roboto Mono"/>
              <a:cs typeface="Roboto Mono"/>
              <a:sym typeface="Roboto Mono"/>
            </a:endParaRPr>
          </a:p>
          <a:p>
            <a:pPr indent="0" lvl="0" marL="0" rtl="0" algn="l">
              <a:spcBef>
                <a:spcPts val="0"/>
              </a:spcBef>
              <a:spcAft>
                <a:spcPts val="0"/>
              </a:spcAft>
              <a:buNone/>
            </a:pPr>
            <a:r>
              <a:rPr lang="en-IN" sz="1100">
                <a:solidFill>
                  <a:srgbClr val="188038"/>
                </a:solidFill>
                <a:latin typeface="Roboto Mono"/>
                <a:ea typeface="Roboto Mono"/>
                <a:cs typeface="Roboto Mono"/>
                <a:sym typeface="Roboto Mono"/>
              </a:rPr>
              <a:t>.</a:t>
            </a:r>
            <a:endParaRPr sz="1100">
              <a:solidFill>
                <a:srgbClr val="188038"/>
              </a:solidFill>
              <a:latin typeface="Roboto Mono"/>
              <a:ea typeface="Roboto Mono"/>
              <a:cs typeface="Roboto Mono"/>
              <a:sym typeface="Roboto Mono"/>
            </a:endParaRPr>
          </a:p>
          <a:p>
            <a:pPr indent="0" lvl="0" marL="0" rtl="0" algn="l">
              <a:spcBef>
                <a:spcPts val="0"/>
              </a:spcBef>
              <a:spcAft>
                <a:spcPts val="0"/>
              </a:spcAft>
              <a:buNone/>
            </a:pPr>
            <a:r>
              <a:rPr lang="en-IN" sz="1100">
                <a:solidFill>
                  <a:srgbClr val="188038"/>
                </a:solidFill>
                <a:latin typeface="Roboto Mono"/>
                <a:ea typeface="Roboto Mono"/>
                <a:cs typeface="Roboto Mono"/>
                <a:sym typeface="Roboto Mono"/>
              </a:rPr>
              <a:t>.</a:t>
            </a:r>
            <a:endParaRPr sz="1100">
              <a:solidFill>
                <a:srgbClr val="188038"/>
              </a:solidFill>
              <a:latin typeface="Roboto Mono"/>
              <a:ea typeface="Roboto Mono"/>
              <a:cs typeface="Roboto Mono"/>
              <a:sym typeface="Roboto Mono"/>
            </a:endParaRPr>
          </a:p>
          <a:p>
            <a:pPr indent="0" lvl="0" marL="0" rtl="0" algn="l">
              <a:spcBef>
                <a:spcPts val="0"/>
              </a:spcBef>
              <a:spcAft>
                <a:spcPts val="0"/>
              </a:spcAft>
              <a:buNone/>
            </a:pPr>
            <a:r>
              <a:rPr lang="en-IN" sz="1100">
                <a:solidFill>
                  <a:srgbClr val="188038"/>
                </a:solidFill>
                <a:latin typeface="Roboto Mono"/>
                <a:ea typeface="Roboto Mono"/>
                <a:cs typeface="Roboto Mono"/>
                <a:sym typeface="Roboto Mono"/>
              </a:rPr>
              <a:t>w</a:t>
            </a:r>
            <a:endParaRPr sz="1100">
              <a:solidFill>
                <a:srgbClr val="188038"/>
              </a:solidFill>
              <a:latin typeface="Roboto Mono"/>
              <a:ea typeface="Roboto Mono"/>
              <a:cs typeface="Roboto Mono"/>
              <a:sym typeface="Roboto Mono"/>
            </a:endParaRPr>
          </a:p>
          <a:p>
            <a:pPr indent="0" lvl="0" marL="0" rtl="0" algn="l">
              <a:spcBef>
                <a:spcPts val="0"/>
              </a:spcBef>
              <a:spcAft>
                <a:spcPts val="0"/>
              </a:spcAft>
              <a:buNone/>
            </a:pPr>
            <a:r>
              <a:rPr lang="en-IN" sz="1100">
                <a:solidFill>
                  <a:srgbClr val="188038"/>
                </a:solidFill>
                <a:latin typeface="Roboto Mono"/>
                <a:ea typeface="Roboto Mono"/>
                <a:cs typeface="Roboto Mono"/>
                <a:sym typeface="Roboto Mono"/>
              </a:rPr>
              <a:t>x</a:t>
            </a:r>
            <a:endParaRPr sz="1100">
              <a:solidFill>
                <a:srgbClr val="188038"/>
              </a:solidFill>
              <a:latin typeface="Roboto Mono"/>
              <a:ea typeface="Roboto Mono"/>
              <a:cs typeface="Roboto Mono"/>
              <a:sym typeface="Roboto Mono"/>
            </a:endParaRPr>
          </a:p>
          <a:p>
            <a:pPr indent="0" lvl="0" marL="0" rtl="0" algn="l">
              <a:spcBef>
                <a:spcPts val="0"/>
              </a:spcBef>
              <a:spcAft>
                <a:spcPts val="0"/>
              </a:spcAft>
              <a:buNone/>
            </a:pPr>
            <a:r>
              <a:rPr lang="en-IN" sz="1100">
                <a:solidFill>
                  <a:srgbClr val="188038"/>
                </a:solidFill>
                <a:latin typeface="Roboto Mono"/>
                <a:ea typeface="Roboto Mono"/>
                <a:cs typeface="Roboto Mono"/>
                <a:sym typeface="Roboto Mono"/>
              </a:rPr>
              <a:t>y</a:t>
            </a:r>
            <a:endParaRPr sz="1100">
              <a:solidFill>
                <a:srgbClr val="188038"/>
              </a:solidFill>
              <a:latin typeface="Roboto Mono"/>
              <a:ea typeface="Roboto Mono"/>
              <a:cs typeface="Roboto Mono"/>
              <a:sym typeface="Roboto Mono"/>
            </a:endParaRPr>
          </a:p>
          <a:p>
            <a:pPr indent="0" lvl="0" marL="0" rtl="0" algn="l">
              <a:spcBef>
                <a:spcPts val="0"/>
              </a:spcBef>
              <a:spcAft>
                <a:spcPts val="0"/>
              </a:spcAft>
              <a:buNone/>
            </a:pPr>
            <a:r>
              <a:rPr lang="en-IN" sz="1100">
                <a:solidFill>
                  <a:srgbClr val="188038"/>
                </a:solidFill>
                <a:latin typeface="Roboto Mono"/>
                <a:ea typeface="Roboto Mono"/>
                <a:cs typeface="Roboto Mono"/>
                <a:sym typeface="Roboto Mono"/>
              </a:rPr>
              <a:t>z</a:t>
            </a:r>
            <a:endParaRPr sz="1100">
              <a:solidFill>
                <a:srgbClr val="188038"/>
              </a:solidFill>
              <a:latin typeface="Roboto Mono"/>
              <a:ea typeface="Roboto Mono"/>
              <a:cs typeface="Roboto Mono"/>
              <a:sym typeface="Roboto Mono"/>
            </a:endParaRPr>
          </a:p>
          <a:p>
            <a:pPr indent="0" lvl="0" marL="0" rtl="0" algn="l">
              <a:spcBef>
                <a:spcPts val="0"/>
              </a:spcBef>
              <a:spcAft>
                <a:spcPts val="0"/>
              </a:spcAft>
              <a:buNone/>
            </a:pPr>
            <a:r>
              <a:rPr lang="en-IN" sz="1100">
                <a:solidFill>
                  <a:srgbClr val="188038"/>
                </a:solidFill>
                <a:latin typeface="Roboto Mono"/>
                <a:ea typeface="Roboto Mono"/>
                <a:cs typeface="Roboto Mono"/>
                <a:sym typeface="Roboto Mono"/>
              </a:rPr>
              <a:t>0</a:t>
            </a:r>
            <a:endParaRPr sz="1100">
              <a:solidFill>
                <a:srgbClr val="188038"/>
              </a:solidFill>
              <a:latin typeface="Roboto Mono"/>
              <a:ea typeface="Roboto Mono"/>
              <a:cs typeface="Roboto Mono"/>
              <a:sym typeface="Roboto Mono"/>
            </a:endParaRPr>
          </a:p>
          <a:p>
            <a:pPr indent="0" lvl="0" marL="0" rtl="0" algn="l">
              <a:spcBef>
                <a:spcPts val="0"/>
              </a:spcBef>
              <a:spcAft>
                <a:spcPts val="0"/>
              </a:spcAft>
              <a:buNone/>
            </a:pPr>
            <a:r>
              <a:rPr lang="en-IN" sz="1100">
                <a:solidFill>
                  <a:srgbClr val="188038"/>
                </a:solidFill>
                <a:latin typeface="Roboto Mono"/>
                <a:ea typeface="Roboto Mono"/>
                <a:cs typeface="Roboto Mono"/>
                <a:sym typeface="Roboto Mono"/>
              </a:rPr>
              <a:t>1</a:t>
            </a:r>
            <a:endParaRPr sz="1100">
              <a:solidFill>
                <a:srgbClr val="188038"/>
              </a:solidFill>
              <a:latin typeface="Roboto Mono"/>
              <a:ea typeface="Roboto Mono"/>
              <a:cs typeface="Roboto Mono"/>
              <a:sym typeface="Roboto Mono"/>
            </a:endParaRPr>
          </a:p>
          <a:p>
            <a:pPr indent="0" lvl="0" marL="0" rtl="0" algn="l">
              <a:spcBef>
                <a:spcPts val="0"/>
              </a:spcBef>
              <a:spcAft>
                <a:spcPts val="0"/>
              </a:spcAft>
              <a:buNone/>
            </a:pPr>
            <a:r>
              <a:rPr lang="en-IN" sz="1100">
                <a:solidFill>
                  <a:srgbClr val="188038"/>
                </a:solidFill>
                <a:latin typeface="Roboto Mono"/>
                <a:ea typeface="Roboto Mono"/>
                <a:cs typeface="Roboto Mono"/>
                <a:sym typeface="Roboto Mono"/>
              </a:rPr>
              <a:t>.</a:t>
            </a:r>
            <a:endParaRPr sz="1100">
              <a:solidFill>
                <a:srgbClr val="188038"/>
              </a:solidFill>
              <a:latin typeface="Roboto Mono"/>
              <a:ea typeface="Roboto Mono"/>
              <a:cs typeface="Roboto Mono"/>
              <a:sym typeface="Roboto Mono"/>
            </a:endParaRPr>
          </a:p>
          <a:p>
            <a:pPr indent="0" lvl="0" marL="0" rtl="0" algn="l">
              <a:spcBef>
                <a:spcPts val="0"/>
              </a:spcBef>
              <a:spcAft>
                <a:spcPts val="0"/>
              </a:spcAft>
              <a:buNone/>
            </a:pPr>
            <a:r>
              <a:rPr lang="en-IN" sz="1100">
                <a:solidFill>
                  <a:srgbClr val="188038"/>
                </a:solidFill>
                <a:latin typeface="Roboto Mono"/>
                <a:ea typeface="Roboto Mono"/>
                <a:cs typeface="Roboto Mono"/>
                <a:sym typeface="Roboto Mono"/>
              </a:rPr>
              <a:t>.</a:t>
            </a:r>
            <a:endParaRPr sz="1100">
              <a:solidFill>
                <a:srgbClr val="188038"/>
              </a:solidFill>
              <a:latin typeface="Roboto Mono"/>
              <a:ea typeface="Roboto Mono"/>
              <a:cs typeface="Roboto Mono"/>
              <a:sym typeface="Roboto Mono"/>
            </a:endParaRPr>
          </a:p>
          <a:p>
            <a:pPr indent="0" lvl="0" marL="0" rtl="0" algn="l">
              <a:spcBef>
                <a:spcPts val="0"/>
              </a:spcBef>
              <a:spcAft>
                <a:spcPts val="0"/>
              </a:spcAft>
              <a:buNone/>
            </a:pPr>
            <a:r>
              <a:rPr lang="en-IN" sz="1100">
                <a:solidFill>
                  <a:srgbClr val="188038"/>
                </a:solidFill>
                <a:latin typeface="Roboto Mono"/>
                <a:ea typeface="Roboto Mono"/>
                <a:cs typeface="Roboto Mono"/>
                <a:sym typeface="Roboto Mono"/>
              </a:rPr>
              <a:t>.</a:t>
            </a:r>
            <a:endParaRPr sz="1100">
              <a:solidFill>
                <a:srgbClr val="188038"/>
              </a:solidFill>
              <a:latin typeface="Roboto Mono"/>
              <a:ea typeface="Roboto Mono"/>
              <a:cs typeface="Roboto Mono"/>
              <a:sym typeface="Roboto Mono"/>
            </a:endParaRPr>
          </a:p>
          <a:p>
            <a:pPr indent="0" lvl="0" marL="0" rtl="0" algn="l">
              <a:spcBef>
                <a:spcPts val="0"/>
              </a:spcBef>
              <a:spcAft>
                <a:spcPts val="0"/>
              </a:spcAft>
              <a:buNone/>
            </a:pPr>
            <a:r>
              <a:rPr lang="en-IN" sz="1100">
                <a:solidFill>
                  <a:srgbClr val="188038"/>
                </a:solidFill>
                <a:latin typeface="Roboto Mono"/>
                <a:ea typeface="Roboto Mono"/>
                <a:cs typeface="Roboto Mono"/>
                <a:sym typeface="Roboto Mono"/>
              </a:rPr>
              <a:t>8</a:t>
            </a:r>
            <a:endParaRPr sz="1100">
              <a:solidFill>
                <a:srgbClr val="188038"/>
              </a:solidFill>
              <a:latin typeface="Roboto Mono"/>
              <a:ea typeface="Roboto Mono"/>
              <a:cs typeface="Roboto Mono"/>
              <a:sym typeface="Roboto Mono"/>
            </a:endParaRPr>
          </a:p>
          <a:p>
            <a:pPr indent="0" lvl="0" marL="0" rtl="0" algn="l">
              <a:spcBef>
                <a:spcPts val="0"/>
              </a:spcBef>
              <a:spcAft>
                <a:spcPts val="0"/>
              </a:spcAft>
              <a:buNone/>
            </a:pPr>
            <a:r>
              <a:rPr lang="en-IN" sz="1100">
                <a:solidFill>
                  <a:srgbClr val="188038"/>
                </a:solidFill>
                <a:latin typeface="Roboto Mono"/>
                <a:ea typeface="Roboto Mono"/>
                <a:cs typeface="Roboto Mono"/>
                <a:sym typeface="Roboto Mono"/>
              </a:rPr>
              <a:t>9</a:t>
            </a:r>
            <a:endParaRPr sz="1100">
              <a:solidFill>
                <a:srgbClr val="188038"/>
              </a:solidFill>
              <a:latin typeface="Roboto Mono"/>
              <a:ea typeface="Roboto Mono"/>
              <a:cs typeface="Roboto Mono"/>
              <a:sym typeface="Roboto Mono"/>
            </a:endParaRPr>
          </a:p>
          <a:p>
            <a:pPr indent="0" lvl="0" marL="0" rtl="0" algn="l">
              <a:spcBef>
                <a:spcPts val="0"/>
              </a:spcBef>
              <a:spcAft>
                <a:spcPts val="0"/>
              </a:spcAft>
              <a:buNone/>
            </a:pPr>
            <a:r>
              <a:rPr lang="en-IN" sz="1100">
                <a:solidFill>
                  <a:srgbClr val="188038"/>
                </a:solidFill>
                <a:latin typeface="Roboto Mono"/>
                <a:ea typeface="Roboto Mono"/>
                <a:cs typeface="Roboto Mono"/>
                <a:sym typeface="Roboto Mono"/>
              </a:rPr>
              <a:t>_</a:t>
            </a:r>
            <a:endParaRPr sz="1100">
              <a:solidFill>
                <a:srgbClr val="188038"/>
              </a:solidFill>
              <a:latin typeface="Roboto Mono"/>
              <a:ea typeface="Roboto Mono"/>
              <a:cs typeface="Roboto Mono"/>
              <a:sym typeface="Roboto Mono"/>
            </a:endParaRPr>
          </a:p>
          <a:p>
            <a:pPr indent="0" lvl="0" marL="0" rtl="0" algn="l">
              <a:spcBef>
                <a:spcPts val="0"/>
              </a:spcBef>
              <a:spcAft>
                <a:spcPts val="0"/>
              </a:spcAft>
              <a:buNone/>
            </a:pPr>
            <a:r>
              <a:rPr lang="en-IN" sz="1100">
                <a:solidFill>
                  <a:srgbClr val="188038"/>
                </a:solidFill>
                <a:latin typeface="Roboto Mono"/>
                <a:ea typeface="Roboto Mono"/>
                <a:cs typeface="Roboto Mono"/>
                <a:sym typeface="Roboto Mono"/>
              </a:rPr>
              <a:t>-</a:t>
            </a:r>
            <a:endParaRPr sz="1100">
              <a:solidFill>
                <a:srgbClr val="188038"/>
              </a:solidFill>
              <a:latin typeface="Roboto Mono"/>
              <a:ea typeface="Roboto Mono"/>
              <a:cs typeface="Roboto Mono"/>
              <a:sym typeface="Roboto Mono"/>
            </a:endParaRPr>
          </a:p>
          <a:p>
            <a:pPr indent="0" lvl="0" marL="0" rtl="0" algn="l">
              <a:spcBef>
                <a:spcPts val="0"/>
              </a:spcBef>
              <a:spcAft>
                <a:spcPts val="0"/>
              </a:spcAft>
              <a:buNone/>
            </a:pPr>
            <a:r>
              <a:rPr lang="en-IN" sz="1100">
                <a:solidFill>
                  <a:srgbClr val="188038"/>
                </a:solidFill>
                <a:latin typeface="Roboto Mono"/>
                <a:ea typeface="Roboto Mono"/>
                <a:cs typeface="Roboto Mono"/>
                <a:sym typeface="Roboto Mono"/>
              </a:rPr>
              <a:t>.</a:t>
            </a:r>
            <a:endParaRPr sz="1100">
              <a:solidFill>
                <a:srgbClr val="188038"/>
              </a:solidFill>
              <a:latin typeface="Roboto Mono"/>
              <a:ea typeface="Roboto Mono"/>
              <a:cs typeface="Roboto Mono"/>
              <a:sym typeface="Roboto Mono"/>
            </a:endParaRPr>
          </a:p>
          <a:p>
            <a:pPr indent="0" lvl="0" marL="0" rtl="0" algn="l">
              <a:lnSpc>
                <a:spcPct val="115000"/>
              </a:lnSpc>
              <a:spcBef>
                <a:spcPts val="0"/>
              </a:spcBef>
              <a:spcAft>
                <a:spcPts val="0"/>
              </a:spcAft>
              <a:buNone/>
            </a:pPr>
            <a:r>
              <a:rPr lang="en-IN" sz="1100">
                <a:solidFill>
                  <a:srgbClr val="188038"/>
                </a:solidFill>
                <a:latin typeface="Roboto Mono"/>
                <a:ea typeface="Roboto Mono"/>
                <a:cs typeface="Roboto Mono"/>
                <a:sym typeface="Roboto Mono"/>
              </a:rPr>
              <a:t>@</a:t>
            </a:r>
            <a:endParaRPr sz="1100">
              <a:solidFill>
                <a:srgbClr val="188038"/>
              </a:solidFill>
              <a:latin typeface="Roboto Mono"/>
              <a:ea typeface="Roboto Mono"/>
              <a:cs typeface="Roboto Mono"/>
              <a:sym typeface="Roboto Mono"/>
            </a:endParaRPr>
          </a:p>
        </p:txBody>
      </p:sp>
      <p:pic>
        <p:nvPicPr>
          <p:cNvPr id="451" name="Google Shape;451;g3951a309050_0_104" title="Screenshot 2025-10-22 at 5.07.01 PM.png"/>
          <p:cNvPicPr preferRelativeResize="0"/>
          <p:nvPr/>
        </p:nvPicPr>
        <p:blipFill>
          <a:blip r:embed="rId3">
            <a:alphaModFix/>
          </a:blip>
          <a:stretch>
            <a:fillRect/>
          </a:stretch>
        </p:blipFill>
        <p:spPr>
          <a:xfrm>
            <a:off x="4815100" y="10583"/>
            <a:ext cx="5623588" cy="6553201"/>
          </a:xfrm>
          <a:prstGeom prst="rect">
            <a:avLst/>
          </a:prstGeom>
          <a:noFill/>
          <a:ln>
            <a:noFill/>
          </a:ln>
        </p:spPr>
      </p:pic>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6" name="Shape 456"/>
        <p:cNvGrpSpPr/>
        <p:nvPr/>
      </p:nvGrpSpPr>
      <p:grpSpPr>
        <a:xfrm>
          <a:off x="0" y="0"/>
          <a:ext cx="0" cy="0"/>
          <a:chOff x="0" y="0"/>
          <a:chExt cx="0" cy="0"/>
        </a:xfrm>
      </p:grpSpPr>
      <p:sp>
        <p:nvSpPr>
          <p:cNvPr id="457" name="Google Shape;457;g3951a309050_0_108"/>
          <p:cNvSpPr txBox="1"/>
          <p:nvPr/>
        </p:nvSpPr>
        <p:spPr>
          <a:xfrm>
            <a:off x="0" y="0"/>
            <a:ext cx="11650500" cy="6468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400"/>
              </a:spcBef>
              <a:spcAft>
                <a:spcPts val="0"/>
              </a:spcAft>
              <a:buNone/>
            </a:pPr>
            <a:r>
              <a:rPr b="1" lang="en-IN" sz="1300">
                <a:solidFill>
                  <a:schemeClr val="dk1"/>
                </a:solidFill>
              </a:rPr>
              <a:t>Step 4 — (purpose: make Intruder wait long enough and not spam)</a:t>
            </a:r>
            <a:endParaRPr b="1" sz="1300">
              <a:solidFill>
                <a:schemeClr val="dk1"/>
              </a:solidFill>
            </a:endParaRPr>
          </a:p>
          <a:p>
            <a:pPr indent="0" lvl="0" marL="0" rtl="0" algn="l">
              <a:lnSpc>
                <a:spcPct val="115000"/>
              </a:lnSpc>
              <a:spcBef>
                <a:spcPts val="1200"/>
              </a:spcBef>
              <a:spcAft>
                <a:spcPts val="0"/>
              </a:spcAft>
              <a:buNone/>
            </a:pPr>
            <a:r>
              <a:rPr lang="en-IN" sz="1100">
                <a:solidFill>
                  <a:schemeClr val="dk1"/>
                </a:solidFill>
              </a:rPr>
              <a:t>What you do:</a:t>
            </a:r>
            <a:endParaRPr sz="1100">
              <a:solidFill>
                <a:schemeClr val="dk1"/>
              </a:solidFill>
            </a:endParaRPr>
          </a:p>
          <a:p>
            <a:pPr indent="0" lvl="0" marL="0" rtl="0" algn="l">
              <a:lnSpc>
                <a:spcPct val="115000"/>
              </a:lnSpc>
              <a:spcBef>
                <a:spcPts val="1200"/>
              </a:spcBef>
              <a:spcAft>
                <a:spcPts val="0"/>
              </a:spcAft>
              <a:buNone/>
            </a:pPr>
            <a:r>
              <a:rPr lang="en-IN" sz="1100">
                <a:solidFill>
                  <a:schemeClr val="dk1"/>
                </a:solidFill>
              </a:rPr>
              <a:t>Go to settings then set : </a:t>
            </a:r>
            <a:endParaRPr sz="11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IN" sz="1100">
                <a:solidFill>
                  <a:schemeClr val="dk1"/>
                </a:solidFill>
              </a:rPr>
              <a:t>Set </a:t>
            </a:r>
            <a:r>
              <a:rPr b="1" lang="en-IN" sz="1100">
                <a:solidFill>
                  <a:schemeClr val="dk1"/>
                </a:solidFill>
              </a:rPr>
              <a:t>Thread count</a:t>
            </a:r>
            <a:r>
              <a:rPr lang="en-IN" sz="1100">
                <a:solidFill>
                  <a:schemeClr val="dk1"/>
                </a:solidFill>
              </a:rPr>
              <a:t> = 2–4 (low).  Purpose: how many parallel requests Intruder will send. 2–3 is conservative and safe for lab.</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b="1" lang="en-IN" sz="1100">
                <a:solidFill>
                  <a:schemeClr val="dk1"/>
                </a:solidFill>
              </a:rPr>
              <a:t>Throttle between requests</a:t>
            </a:r>
            <a:r>
              <a:rPr lang="en-IN" sz="1100">
                <a:solidFill>
                  <a:schemeClr val="dk1"/>
                </a:solidFill>
              </a:rPr>
              <a:t> = </a:t>
            </a:r>
            <a:r>
              <a:rPr b="1" lang="en-IN" sz="1100">
                <a:solidFill>
                  <a:schemeClr val="dk1"/>
                </a:solidFill>
              </a:rPr>
              <a:t>200 ms</a:t>
            </a:r>
            <a:r>
              <a:rPr lang="en-IN" sz="1100">
                <a:solidFill>
                  <a:schemeClr val="dk1"/>
                </a:solidFill>
              </a:rPr>
              <a:t> (0.2s).</a:t>
            </a:r>
            <a:br>
              <a:rPr lang="en-IN" sz="1100">
                <a:solidFill>
                  <a:schemeClr val="dk1"/>
                </a:solidFill>
              </a:rPr>
            </a:br>
            <a:endParaRPr sz="1100">
              <a:solidFill>
                <a:schemeClr val="dk1"/>
              </a:solidFill>
            </a:endParaRPr>
          </a:p>
          <a:p>
            <a:pPr indent="-298450" lvl="1" marL="914400" rtl="0" algn="l">
              <a:lnSpc>
                <a:spcPct val="115000"/>
              </a:lnSpc>
              <a:spcBef>
                <a:spcPts val="0"/>
              </a:spcBef>
              <a:spcAft>
                <a:spcPts val="0"/>
              </a:spcAft>
              <a:buClr>
                <a:schemeClr val="dk1"/>
              </a:buClr>
              <a:buSzPts val="1100"/>
              <a:buChar char="○"/>
            </a:pPr>
            <a:r>
              <a:rPr lang="en-IN" sz="1100">
                <a:solidFill>
                  <a:schemeClr val="dk1"/>
                </a:solidFill>
              </a:rPr>
              <a:t>Why: small delay between requests prevents queueing and gives clearer timing differences.</a:t>
            </a:r>
            <a:br>
              <a:rPr lang="en-IN" sz="1100">
                <a:solidFill>
                  <a:schemeClr val="dk1"/>
                </a:solidFill>
              </a:rPr>
            </a:b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IN" sz="1100">
                <a:solidFill>
                  <a:schemeClr val="dk1"/>
                </a:solidFill>
              </a:rPr>
              <a:t>Set </a:t>
            </a:r>
            <a:r>
              <a:rPr b="1" lang="en-IN" sz="1100">
                <a:solidFill>
                  <a:schemeClr val="dk1"/>
                </a:solidFill>
              </a:rPr>
              <a:t>Timeout</a:t>
            </a:r>
            <a:r>
              <a:rPr lang="en-IN" sz="1100">
                <a:solidFill>
                  <a:schemeClr val="dk1"/>
                </a:solidFill>
              </a:rPr>
              <a:t> = </a:t>
            </a:r>
            <a:r>
              <a:rPr lang="en-IN" sz="1100">
                <a:solidFill>
                  <a:srgbClr val="188038"/>
                </a:solidFill>
                <a:latin typeface="Roboto Mono"/>
                <a:ea typeface="Roboto Mono"/>
                <a:cs typeface="Roboto Mono"/>
                <a:sym typeface="Roboto Mono"/>
              </a:rPr>
              <a:t>sleep_seconds + baseline + 2s</a:t>
            </a:r>
            <a:r>
              <a:rPr lang="en-IN" sz="1100">
                <a:solidFill>
                  <a:schemeClr val="dk1"/>
                </a:solidFill>
              </a:rPr>
              <a:t>. </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IN" sz="1100">
                <a:solidFill>
                  <a:schemeClr val="dk1"/>
                </a:solidFill>
              </a:rPr>
              <a:t> </a:t>
            </a:r>
            <a:r>
              <a:rPr b="1" lang="en-IN" sz="1100">
                <a:solidFill>
                  <a:schemeClr val="dk1"/>
                </a:solidFill>
              </a:rPr>
              <a:t>Connect timeout</a:t>
            </a:r>
            <a:r>
              <a:rPr lang="en-IN" sz="1100">
                <a:solidFill>
                  <a:schemeClr val="dk1"/>
                </a:solidFill>
              </a:rPr>
              <a:t>: keep default (e.g., </a:t>
            </a:r>
            <a:r>
              <a:rPr lang="en-IN" sz="1100">
                <a:solidFill>
                  <a:srgbClr val="188038"/>
                </a:solidFill>
                <a:latin typeface="Roboto Mono"/>
                <a:ea typeface="Roboto Mono"/>
                <a:cs typeface="Roboto Mono"/>
                <a:sym typeface="Roboto Mono"/>
              </a:rPr>
              <a:t>2000 ms</a:t>
            </a:r>
            <a:r>
              <a:rPr lang="en-IN" sz="1100">
                <a:solidFill>
                  <a:schemeClr val="dk1"/>
                </a:solidFill>
              </a:rPr>
              <a:t>) — </a:t>
            </a:r>
            <a:r>
              <a:rPr b="1" lang="en-IN" sz="1100">
                <a:solidFill>
                  <a:schemeClr val="dk1"/>
                </a:solidFill>
              </a:rPr>
              <a:t>do not increase</a:t>
            </a:r>
            <a:r>
              <a:rPr lang="en-IN" sz="1100">
                <a:solidFill>
                  <a:schemeClr val="dk1"/>
                </a:solidFill>
              </a:rPr>
              <a:t>.</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b="1" lang="en-IN" sz="1100">
                <a:solidFill>
                  <a:schemeClr val="dk1"/>
                </a:solidFill>
              </a:rPr>
              <a:t>Normal response timeout</a:t>
            </a:r>
            <a:r>
              <a:rPr lang="en-IN" sz="1100">
                <a:solidFill>
                  <a:schemeClr val="dk1"/>
                </a:solidFill>
              </a:rPr>
              <a:t>: </a:t>
            </a:r>
            <a:r>
              <a:rPr b="1" lang="en-IN" sz="1100">
                <a:solidFill>
                  <a:schemeClr val="dk1"/>
                </a:solidFill>
              </a:rPr>
              <a:t>10000 ms</a:t>
            </a:r>
            <a:r>
              <a:rPr lang="en-IN" sz="1100">
                <a:solidFill>
                  <a:schemeClr val="dk1"/>
                </a:solidFill>
              </a:rPr>
              <a:t> (10,000 ms). Why: covers SLEEP(5) + network jitter + margin.</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b="1" lang="en-IN" sz="1100">
                <a:solidFill>
                  <a:schemeClr val="dk1"/>
                </a:solidFill>
              </a:rPr>
              <a:t>Open‑ended responses</a:t>
            </a:r>
            <a:r>
              <a:rPr lang="en-IN" sz="1100">
                <a:solidFill>
                  <a:schemeClr val="dk1"/>
                </a:solidFill>
              </a:rPr>
              <a:t>: </a:t>
            </a:r>
            <a:r>
              <a:rPr b="1" lang="en-IN" sz="1100">
                <a:solidFill>
                  <a:schemeClr val="dk1"/>
                </a:solidFill>
              </a:rPr>
              <a:t>20000 ms</a:t>
            </a:r>
            <a:r>
              <a:rPr lang="en-IN" sz="1100">
                <a:solidFill>
                  <a:schemeClr val="dk1"/>
                </a:solidFill>
              </a:rPr>
              <a:t> (20,000 ms). Why: only relevant if the server keeps the connection open for long streaming replies; safe higher value.</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IN" sz="1100">
                <a:solidFill>
                  <a:schemeClr val="dk1"/>
                </a:solidFill>
              </a:rPr>
              <a:t>Leave other defaults.</a:t>
            </a:r>
            <a:br>
              <a:rPr lang="en-IN" sz="1100">
                <a:solidFill>
                  <a:schemeClr val="dk1"/>
                </a:solidFill>
              </a:rPr>
            </a:br>
            <a:endParaRPr sz="1100">
              <a:solidFill>
                <a:schemeClr val="dk1"/>
              </a:solidFill>
            </a:endParaRPr>
          </a:p>
          <a:p>
            <a:pPr indent="0" lvl="0" marL="0" rtl="0" algn="l">
              <a:lnSpc>
                <a:spcPct val="115000"/>
              </a:lnSpc>
              <a:spcBef>
                <a:spcPts val="1200"/>
              </a:spcBef>
              <a:spcAft>
                <a:spcPts val="0"/>
              </a:spcAft>
              <a:buNone/>
            </a:pPr>
            <a:r>
              <a:rPr lang="en-IN" sz="1100">
                <a:solidFill>
                  <a:schemeClr val="dk1"/>
                </a:solidFill>
              </a:rPr>
              <a:t>Plain explanation: Intruder must wait longer than your SLEEP so requests that sleep are not aborted. Low threads avoid overloading the server and reduce WAF detection.</a:t>
            </a:r>
            <a:endParaRPr sz="1100">
              <a:solidFill>
                <a:schemeClr val="dk1"/>
              </a:solidFill>
            </a:endParaRPr>
          </a:p>
          <a:p>
            <a:pPr indent="0" lvl="0" marL="0" rtl="0" algn="l">
              <a:lnSpc>
                <a:spcPct val="115000"/>
              </a:lnSpc>
              <a:spcBef>
                <a:spcPts val="1200"/>
              </a:spcBef>
              <a:spcAft>
                <a:spcPts val="0"/>
              </a:spcAft>
              <a:buNone/>
            </a:pPr>
            <a:r>
              <a:t/>
            </a:r>
            <a:endParaRPr sz="1100">
              <a:solidFill>
                <a:schemeClr val="dk1"/>
              </a:solidFill>
            </a:endParaRPr>
          </a:p>
          <a:p>
            <a:pPr indent="0" lvl="0" marL="0" rtl="0" algn="l">
              <a:lnSpc>
                <a:spcPct val="115000"/>
              </a:lnSpc>
              <a:spcBef>
                <a:spcPts val="1400"/>
              </a:spcBef>
              <a:spcAft>
                <a:spcPts val="0"/>
              </a:spcAft>
              <a:buNone/>
            </a:pPr>
            <a:r>
              <a:rPr b="1" lang="en-IN" sz="1300">
                <a:solidFill>
                  <a:schemeClr val="dk1"/>
                </a:solidFill>
              </a:rPr>
              <a:t>Step 5 — Start attack (purpose: run the guesses)</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IN" sz="1100">
                <a:solidFill>
                  <a:schemeClr val="dk1"/>
                </a:solidFill>
              </a:rPr>
              <a:t>Click </a:t>
            </a:r>
            <a:r>
              <a:rPr b="1" lang="en-IN" sz="1100">
                <a:solidFill>
                  <a:schemeClr val="dk1"/>
                </a:solidFill>
              </a:rPr>
              <a:t>Start attack</a:t>
            </a:r>
            <a:r>
              <a:rPr lang="en-IN" sz="1100">
                <a:solidFill>
                  <a:schemeClr val="dk1"/>
                </a:solidFill>
              </a:rPr>
              <a:t>.</a:t>
            </a:r>
            <a:br>
              <a:rPr lang="en-IN" sz="1100">
                <a:solidFill>
                  <a:schemeClr val="dk1"/>
                </a:solidFill>
              </a:rPr>
            </a:b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IN" sz="1100">
                <a:solidFill>
                  <a:schemeClr val="dk1"/>
                </a:solidFill>
              </a:rPr>
              <a:t>Let it run. It will send one request per payload.</a:t>
            </a:r>
            <a:br>
              <a:rPr lang="en-IN" sz="1100">
                <a:solidFill>
                  <a:schemeClr val="dk1"/>
                </a:solidFill>
              </a:rPr>
            </a:br>
            <a:endParaRPr sz="1100">
              <a:solidFill>
                <a:schemeClr val="dk1"/>
              </a:solidFill>
            </a:endParaRPr>
          </a:p>
          <a:p>
            <a:pPr indent="0" lvl="0" marL="0" rtl="0" algn="l">
              <a:lnSpc>
                <a:spcPct val="115000"/>
              </a:lnSpc>
              <a:spcBef>
                <a:spcPts val="1200"/>
              </a:spcBef>
              <a:spcAft>
                <a:spcPts val="0"/>
              </a:spcAft>
              <a:buNone/>
            </a:pPr>
            <a:r>
              <a:rPr lang="en-IN" sz="1100">
                <a:solidFill>
                  <a:schemeClr val="dk1"/>
                </a:solidFill>
              </a:rPr>
              <a:t>Plain explanation: this automates hundreds of manual requests you’d otherwise send one by one.</a:t>
            </a:r>
            <a:endParaRPr sz="1100">
              <a:solidFill>
                <a:schemeClr val="dk1"/>
              </a:solidFill>
            </a:endParaRPr>
          </a:p>
          <a:p>
            <a:pPr indent="0" lvl="0" marL="0" rtl="0" algn="l">
              <a:lnSpc>
                <a:spcPct val="115000"/>
              </a:lnSpc>
              <a:spcBef>
                <a:spcPts val="1200"/>
              </a:spcBef>
              <a:spcAft>
                <a:spcPts val="0"/>
              </a:spcAft>
              <a:buNone/>
            </a:pPr>
            <a:r>
              <a:t/>
            </a:r>
            <a:endParaRPr sz="1100">
              <a:solidFill>
                <a:schemeClr val="dk1"/>
              </a:solidFill>
            </a:endParaRPr>
          </a:p>
          <a:p>
            <a:pPr indent="0" lvl="0" marL="0" rtl="0" algn="l">
              <a:lnSpc>
                <a:spcPct val="115000"/>
              </a:lnSpc>
              <a:spcBef>
                <a:spcPts val="1200"/>
              </a:spcBef>
              <a:spcAft>
                <a:spcPts val="1200"/>
              </a:spcAft>
              <a:buNone/>
            </a:pPr>
            <a:r>
              <a:t/>
            </a:r>
            <a:endParaRPr sz="1100">
              <a:solidFill>
                <a:schemeClr val="dk1"/>
              </a:solidFill>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2" name="Shape 462"/>
        <p:cNvGrpSpPr/>
        <p:nvPr/>
      </p:nvGrpSpPr>
      <p:grpSpPr>
        <a:xfrm>
          <a:off x="0" y="0"/>
          <a:ext cx="0" cy="0"/>
          <a:chOff x="0" y="0"/>
          <a:chExt cx="0" cy="0"/>
        </a:xfrm>
      </p:grpSpPr>
      <p:pic>
        <p:nvPicPr>
          <p:cNvPr id="463" name="Google Shape;463;g3951a309050_0_151"/>
          <p:cNvPicPr preferRelativeResize="0"/>
          <p:nvPr/>
        </p:nvPicPr>
        <p:blipFill>
          <a:blip r:embed="rId3">
            <a:alphaModFix/>
          </a:blip>
          <a:stretch>
            <a:fillRect/>
          </a:stretch>
        </p:blipFill>
        <p:spPr>
          <a:xfrm>
            <a:off x="152400" y="152400"/>
            <a:ext cx="10973798" cy="6553201"/>
          </a:xfrm>
          <a:prstGeom prst="rect">
            <a:avLst/>
          </a:prstGeom>
          <a:noFill/>
          <a:ln>
            <a:noFill/>
          </a:ln>
        </p:spPr>
      </p:pic>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8" name="Shape 468"/>
        <p:cNvGrpSpPr/>
        <p:nvPr/>
      </p:nvGrpSpPr>
      <p:grpSpPr>
        <a:xfrm>
          <a:off x="0" y="0"/>
          <a:ext cx="0" cy="0"/>
          <a:chOff x="0" y="0"/>
          <a:chExt cx="0" cy="0"/>
        </a:xfrm>
      </p:grpSpPr>
      <p:sp>
        <p:nvSpPr>
          <p:cNvPr id="469" name="Google Shape;469;g3951a309050_0_112"/>
          <p:cNvSpPr txBox="1"/>
          <p:nvPr/>
        </p:nvSpPr>
        <p:spPr>
          <a:xfrm>
            <a:off x="0" y="0"/>
            <a:ext cx="12018000" cy="6268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400"/>
              </a:spcBef>
              <a:spcAft>
                <a:spcPts val="0"/>
              </a:spcAft>
              <a:buNone/>
            </a:pPr>
            <a:r>
              <a:rPr b="1" lang="en-IN" sz="1300">
                <a:solidFill>
                  <a:schemeClr val="dk1"/>
                </a:solidFill>
              </a:rPr>
              <a:t>Step 6 — Interpreting results (purpose: find the slow response)</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IN" sz="1100">
                <a:solidFill>
                  <a:schemeClr val="dk1"/>
                </a:solidFill>
              </a:rPr>
              <a:t>In the Intruder results table, click </a:t>
            </a:r>
            <a:r>
              <a:rPr b="1" lang="en-IN" sz="1100">
                <a:solidFill>
                  <a:schemeClr val="dk1"/>
                </a:solidFill>
              </a:rPr>
              <a:t>Response time</a:t>
            </a:r>
            <a:r>
              <a:rPr lang="en-IN" sz="1100">
                <a:solidFill>
                  <a:schemeClr val="dk1"/>
                </a:solidFill>
              </a:rPr>
              <a:t> header to sort descending.</a:t>
            </a:r>
            <a:br>
              <a:rPr lang="en-IN" sz="1100">
                <a:solidFill>
                  <a:schemeClr val="dk1"/>
                </a:solidFill>
              </a:rPr>
            </a:b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IN" sz="1100">
                <a:solidFill>
                  <a:schemeClr val="dk1"/>
                </a:solidFill>
              </a:rPr>
              <a:t>The top row(s) with </a:t>
            </a:r>
            <a:r>
              <a:rPr b="1" lang="en-IN" sz="1100">
                <a:solidFill>
                  <a:schemeClr val="dk1"/>
                </a:solidFill>
              </a:rPr>
              <a:t>Response time ≈ baseline + SLEEP</a:t>
            </a:r>
            <a:r>
              <a:rPr lang="en-IN" sz="1100">
                <a:solidFill>
                  <a:schemeClr val="dk1"/>
                </a:solidFill>
              </a:rPr>
              <a:t> are candidates (the DB slept for the condition).</a:t>
            </a:r>
            <a:br>
              <a:rPr lang="en-IN" sz="1100">
                <a:solidFill>
                  <a:schemeClr val="dk1"/>
                </a:solidFill>
              </a:rPr>
            </a:br>
            <a:endParaRPr sz="1100">
              <a:solidFill>
                <a:schemeClr val="dk1"/>
              </a:solidFill>
            </a:endParaRPr>
          </a:p>
          <a:p>
            <a:pPr indent="0" lvl="0" marL="0" rtl="0" algn="l">
              <a:lnSpc>
                <a:spcPct val="115000"/>
              </a:lnSpc>
              <a:spcBef>
                <a:spcPts val="1200"/>
              </a:spcBef>
              <a:spcAft>
                <a:spcPts val="0"/>
              </a:spcAft>
              <a:buNone/>
            </a:pPr>
            <a:r>
              <a:rPr lang="en-IN" sz="1100">
                <a:solidFill>
                  <a:schemeClr val="dk1"/>
                </a:solidFill>
              </a:rPr>
              <a:t>Plain explanation: a slow response indicates the condition evaluated true for that guess.</a:t>
            </a:r>
            <a:endParaRPr sz="1100">
              <a:solidFill>
                <a:schemeClr val="dk1"/>
              </a:solidFill>
            </a:endParaRPr>
          </a:p>
          <a:p>
            <a:pPr indent="0" lvl="0" marL="0" rtl="0" algn="l">
              <a:lnSpc>
                <a:spcPct val="115000"/>
              </a:lnSpc>
              <a:spcBef>
                <a:spcPts val="1200"/>
              </a:spcBef>
              <a:spcAft>
                <a:spcPts val="0"/>
              </a:spcAft>
              <a:buNone/>
            </a:pPr>
            <a:r>
              <a:t/>
            </a:r>
            <a:endParaRPr sz="1100">
              <a:solidFill>
                <a:schemeClr val="dk1"/>
              </a:solidFill>
            </a:endParaRPr>
          </a:p>
          <a:p>
            <a:pPr indent="0" lvl="0" marL="0" rtl="0" algn="l">
              <a:lnSpc>
                <a:spcPct val="115000"/>
              </a:lnSpc>
              <a:spcBef>
                <a:spcPts val="1400"/>
              </a:spcBef>
              <a:spcAft>
                <a:spcPts val="0"/>
              </a:spcAft>
              <a:buNone/>
            </a:pPr>
            <a:r>
              <a:rPr b="1" lang="en-IN" sz="1300">
                <a:solidFill>
                  <a:schemeClr val="dk1"/>
                </a:solidFill>
              </a:rPr>
              <a:t>Step 7 — Confirm with Repeater (purpose: make sure it’s real)</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IN" sz="1100">
                <a:solidFill>
                  <a:schemeClr val="dk1"/>
                </a:solidFill>
              </a:rPr>
              <a:t>Copy the HTTP of the top candidate from Intruder → right‑click → </a:t>
            </a:r>
            <a:r>
              <a:rPr b="1" lang="en-IN" sz="1100">
                <a:solidFill>
                  <a:schemeClr val="dk1"/>
                </a:solidFill>
              </a:rPr>
              <a:t>Send to Repeater</a:t>
            </a:r>
            <a:r>
              <a:rPr lang="en-IN" sz="1100">
                <a:solidFill>
                  <a:schemeClr val="dk1"/>
                </a:solidFill>
              </a:rPr>
              <a:t>.</a:t>
            </a:r>
            <a:br>
              <a:rPr lang="en-IN" sz="1100">
                <a:solidFill>
                  <a:schemeClr val="dk1"/>
                </a:solidFill>
              </a:rPr>
            </a:b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IN" sz="1100">
                <a:solidFill>
                  <a:schemeClr val="dk1"/>
                </a:solidFill>
              </a:rPr>
              <a:t>In Repeater, press </a:t>
            </a:r>
            <a:r>
              <a:rPr b="1" lang="en-IN" sz="1100">
                <a:solidFill>
                  <a:schemeClr val="dk1"/>
                </a:solidFill>
              </a:rPr>
              <a:t>Send</a:t>
            </a:r>
            <a:r>
              <a:rPr lang="en-IN" sz="1100">
                <a:solidFill>
                  <a:schemeClr val="dk1"/>
                </a:solidFill>
              </a:rPr>
              <a:t> 2–3 times. You should consistently see the ~sleep delay only for the true guess.</a:t>
            </a:r>
            <a:br>
              <a:rPr lang="en-IN" sz="1100">
                <a:solidFill>
                  <a:schemeClr val="dk1"/>
                </a:solidFill>
              </a:rPr>
            </a:br>
            <a:endParaRPr sz="1100">
              <a:solidFill>
                <a:schemeClr val="dk1"/>
              </a:solidFill>
            </a:endParaRPr>
          </a:p>
          <a:p>
            <a:pPr indent="0" lvl="0" marL="0" rtl="0" algn="l">
              <a:lnSpc>
                <a:spcPct val="115000"/>
              </a:lnSpc>
              <a:spcBef>
                <a:spcPts val="1200"/>
              </a:spcBef>
              <a:spcAft>
                <a:spcPts val="0"/>
              </a:spcAft>
              <a:buNone/>
            </a:pPr>
            <a:r>
              <a:rPr lang="en-IN" sz="1100">
                <a:solidFill>
                  <a:schemeClr val="dk1"/>
                </a:solidFill>
              </a:rPr>
              <a:t>Plain explanation: Intruder may show noise; Repeater confirmation avoids false positives.</a:t>
            </a:r>
            <a:endParaRPr sz="1100">
              <a:solidFill>
                <a:schemeClr val="dk1"/>
              </a:solidFill>
            </a:endParaRPr>
          </a:p>
          <a:p>
            <a:pPr indent="0" lvl="0" marL="0" rtl="0" algn="l">
              <a:lnSpc>
                <a:spcPct val="115000"/>
              </a:lnSpc>
              <a:spcBef>
                <a:spcPts val="1200"/>
              </a:spcBef>
              <a:spcAft>
                <a:spcPts val="0"/>
              </a:spcAft>
              <a:buNone/>
            </a:pPr>
            <a:r>
              <a:t/>
            </a:r>
            <a:endParaRPr sz="1100">
              <a:solidFill>
                <a:schemeClr val="dk1"/>
              </a:solidFill>
            </a:endParaRPr>
          </a:p>
          <a:p>
            <a:pPr indent="0" lvl="0" marL="0" rtl="0" algn="l">
              <a:lnSpc>
                <a:spcPct val="115000"/>
              </a:lnSpc>
              <a:spcBef>
                <a:spcPts val="1400"/>
              </a:spcBef>
              <a:spcAft>
                <a:spcPts val="0"/>
              </a:spcAft>
              <a:buNone/>
            </a:pPr>
            <a:r>
              <a:rPr b="1" lang="en-IN" sz="1300">
                <a:solidFill>
                  <a:schemeClr val="dk1"/>
                </a:solidFill>
              </a:rPr>
              <a:t>Step 8 — Move to next character (purpose: build the string)</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IN" sz="1100">
                <a:solidFill>
                  <a:schemeClr val="dk1"/>
                </a:solidFill>
              </a:rPr>
              <a:t>Edit the SUBSTRING index to </a:t>
            </a:r>
            <a:r>
              <a:rPr lang="en-IN" sz="1100">
                <a:solidFill>
                  <a:srgbClr val="188038"/>
                </a:solidFill>
                <a:latin typeface="Roboto Mono"/>
                <a:ea typeface="Roboto Mono"/>
                <a:cs typeface="Roboto Mono"/>
                <a:sym typeface="Roboto Mono"/>
              </a:rPr>
              <a:t>2,1</a:t>
            </a:r>
            <a:r>
              <a:rPr lang="en-IN" sz="1100">
                <a:solidFill>
                  <a:schemeClr val="dk1"/>
                </a:solidFill>
              </a:rPr>
              <a:t> (for second character), then repeat Steps 2–7.</a:t>
            </a:r>
            <a:br>
              <a:rPr lang="en-IN" sz="1100">
                <a:solidFill>
                  <a:schemeClr val="dk1"/>
                </a:solidFill>
              </a:rPr>
            </a:b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IN" sz="1100">
                <a:solidFill>
                  <a:schemeClr val="dk1"/>
                </a:solidFill>
              </a:rPr>
              <a:t>Example template for position 2:</a:t>
            </a:r>
            <a:br>
              <a:rPr lang="en-IN" sz="1100">
                <a:solidFill>
                  <a:schemeClr val="dk1"/>
                </a:solidFill>
              </a:rPr>
            </a:br>
            <a:endParaRPr sz="1100">
              <a:solidFill>
                <a:schemeClr val="dk1"/>
              </a:solidFill>
            </a:endParaRPr>
          </a:p>
          <a:p>
            <a:pPr indent="0" lvl="0" marL="0" rtl="0" algn="l">
              <a:spcBef>
                <a:spcPts val="1200"/>
              </a:spcBef>
              <a:spcAft>
                <a:spcPts val="0"/>
              </a:spcAft>
              <a:buNone/>
            </a:pPr>
            <a:r>
              <a:rPr lang="en-IN" sz="1100">
                <a:solidFill>
                  <a:srgbClr val="188038"/>
                </a:solidFill>
                <a:latin typeface="Roboto Mono"/>
                <a:ea typeface="Roboto Mono"/>
                <a:cs typeface="Roboto Mono"/>
                <a:sym typeface="Roboto Mono"/>
              </a:rPr>
              <a:t>1' AND IF(ASCII(SUBSTRING((SELECT database()),2,1))=ASCII('§'), SLEEP(5), 0) -- -</a:t>
            </a:r>
            <a:endParaRPr sz="1100">
              <a:solidFill>
                <a:srgbClr val="188038"/>
              </a:solidFill>
              <a:latin typeface="Roboto Mono"/>
              <a:ea typeface="Roboto Mono"/>
              <a:cs typeface="Roboto Mono"/>
              <a:sym typeface="Roboto Mono"/>
            </a:endParaRPr>
          </a:p>
          <a:p>
            <a:pPr indent="0" lvl="0" marL="0" rtl="0" algn="l">
              <a:lnSpc>
                <a:spcPct val="115000"/>
              </a:lnSpc>
              <a:spcBef>
                <a:spcPts val="0"/>
              </a:spcBef>
              <a:spcAft>
                <a:spcPts val="0"/>
              </a:spcAft>
              <a:buNone/>
            </a:pPr>
            <a:r>
              <a:t/>
            </a:r>
            <a:endParaRPr sz="1100">
              <a:solidFill>
                <a:schemeClr val="dk1"/>
              </a:solidFill>
            </a:endParaRPr>
          </a:p>
          <a:p>
            <a:pPr indent="0" lvl="0" marL="0" rtl="0" algn="l">
              <a:lnSpc>
                <a:spcPct val="115000"/>
              </a:lnSpc>
              <a:spcBef>
                <a:spcPts val="1200"/>
              </a:spcBef>
              <a:spcAft>
                <a:spcPts val="1200"/>
              </a:spcAft>
              <a:buNone/>
            </a:pPr>
            <a:r>
              <a:rPr lang="en-IN" sz="1100">
                <a:solidFill>
                  <a:schemeClr val="dk1"/>
                </a:solidFill>
              </a:rPr>
              <a:t>Plain explanation: each position is a new brute‑force round.</a:t>
            </a:r>
            <a:endParaRPr sz="1100">
              <a:solidFill>
                <a:schemeClr val="dk1"/>
              </a:solidFill>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4" name="Shape 474"/>
        <p:cNvGrpSpPr/>
        <p:nvPr/>
      </p:nvGrpSpPr>
      <p:grpSpPr>
        <a:xfrm>
          <a:off x="0" y="0"/>
          <a:ext cx="0" cy="0"/>
          <a:chOff x="0" y="0"/>
          <a:chExt cx="0" cy="0"/>
        </a:xfrm>
      </p:grpSpPr>
      <p:sp>
        <p:nvSpPr>
          <p:cNvPr id="475" name="Google Shape;475;g394a4e65e7b_2_0"/>
          <p:cNvSpPr txBox="1"/>
          <p:nvPr/>
        </p:nvSpPr>
        <p:spPr>
          <a:xfrm>
            <a:off x="274525" y="305150"/>
            <a:ext cx="11646900" cy="5802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IN" sz="1800">
                <a:solidFill>
                  <a:srgbClr val="3F3F3F"/>
                </a:solidFill>
                <a:latin typeface="Meiryo"/>
                <a:ea typeface="Meiryo"/>
                <a:cs typeface="Meiryo"/>
                <a:sym typeface="Meiryo"/>
              </a:rPr>
              <a:t>2. XSS ( Cross Site Scripting )</a:t>
            </a:r>
            <a:endParaRPr sz="1800">
              <a:solidFill>
                <a:srgbClr val="3F3F3F"/>
              </a:solidFill>
              <a:latin typeface="Meiryo"/>
              <a:ea typeface="Meiryo"/>
              <a:cs typeface="Meiryo"/>
              <a:sym typeface="Meiryo"/>
            </a:endParaRPr>
          </a:p>
          <a:p>
            <a:pPr indent="0" lvl="0" marL="0" rtl="0" algn="l">
              <a:spcBef>
                <a:spcPts val="0"/>
              </a:spcBef>
              <a:spcAft>
                <a:spcPts val="0"/>
              </a:spcAft>
              <a:buNone/>
            </a:pPr>
            <a:r>
              <a:t/>
            </a:r>
            <a:endParaRPr sz="1800">
              <a:solidFill>
                <a:srgbClr val="3F3F3F"/>
              </a:solidFill>
              <a:latin typeface="Meiryo"/>
              <a:ea typeface="Meiryo"/>
              <a:cs typeface="Meiryo"/>
              <a:sym typeface="Meiryo"/>
            </a:endParaRPr>
          </a:p>
          <a:p>
            <a:pPr indent="0" lvl="0" marL="0" rtl="0" algn="l">
              <a:spcBef>
                <a:spcPts val="0"/>
              </a:spcBef>
              <a:spcAft>
                <a:spcPts val="0"/>
              </a:spcAft>
              <a:buNone/>
            </a:pPr>
            <a:r>
              <a:rPr lang="en-IN" sz="1800">
                <a:solidFill>
                  <a:srgbClr val="3F3F3F"/>
                </a:solidFill>
                <a:latin typeface="Meiryo"/>
                <a:ea typeface="Meiryo"/>
                <a:cs typeface="Meiryo"/>
                <a:sym typeface="Meiryo"/>
              </a:rPr>
              <a:t>A web vulnerability that allows an attacker to inject malicious javascript code into a trusted website. When another user visits that page the browser executes the injected code.</a:t>
            </a:r>
            <a:endParaRPr sz="1800">
              <a:solidFill>
                <a:srgbClr val="3F3F3F"/>
              </a:solidFill>
              <a:latin typeface="Meiryo"/>
              <a:ea typeface="Meiryo"/>
              <a:cs typeface="Meiryo"/>
              <a:sym typeface="Meiryo"/>
            </a:endParaRPr>
          </a:p>
          <a:p>
            <a:pPr indent="0" lvl="0" marL="0" rtl="0" algn="l">
              <a:spcBef>
                <a:spcPts val="0"/>
              </a:spcBef>
              <a:spcAft>
                <a:spcPts val="0"/>
              </a:spcAft>
              <a:buNone/>
            </a:pPr>
            <a:r>
              <a:t/>
            </a:r>
            <a:endParaRPr sz="1800">
              <a:solidFill>
                <a:srgbClr val="3F3F3F"/>
              </a:solidFill>
              <a:latin typeface="Meiryo"/>
              <a:ea typeface="Meiryo"/>
              <a:cs typeface="Meiryo"/>
              <a:sym typeface="Meiryo"/>
            </a:endParaRPr>
          </a:p>
          <a:p>
            <a:pPr indent="0" lvl="0" marL="0" rtl="0" algn="l">
              <a:lnSpc>
                <a:spcPct val="115000"/>
              </a:lnSpc>
              <a:spcBef>
                <a:spcPts val="1200"/>
              </a:spcBef>
              <a:spcAft>
                <a:spcPts val="0"/>
              </a:spcAft>
              <a:buClr>
                <a:schemeClr val="dk1"/>
              </a:buClr>
              <a:buSzPts val="1100"/>
              <a:buFont typeface="Arial"/>
              <a:buNone/>
            </a:pPr>
            <a:r>
              <a:rPr lang="en-IN" sz="1800">
                <a:solidFill>
                  <a:schemeClr val="dk1"/>
                </a:solidFill>
                <a:latin typeface="Times New Roman"/>
                <a:ea typeface="Times New Roman"/>
                <a:cs typeface="Times New Roman"/>
                <a:sym typeface="Times New Roman"/>
              </a:rPr>
              <a:t>XSS can be used to:</a:t>
            </a:r>
            <a:endParaRPr sz="1800">
              <a:solidFill>
                <a:schemeClr val="dk1"/>
              </a:solidFill>
              <a:latin typeface="Times New Roman"/>
              <a:ea typeface="Times New Roman"/>
              <a:cs typeface="Times New Roman"/>
              <a:sym typeface="Times New Roman"/>
            </a:endParaRPr>
          </a:p>
          <a:p>
            <a:pPr indent="-342900" lvl="0" marL="457200" rtl="0" algn="l">
              <a:lnSpc>
                <a:spcPct val="115000"/>
              </a:lnSpc>
              <a:spcBef>
                <a:spcPts val="1200"/>
              </a:spcBef>
              <a:spcAft>
                <a:spcPts val="0"/>
              </a:spcAft>
              <a:buClr>
                <a:schemeClr val="dk1"/>
              </a:buClr>
              <a:buSzPts val="1800"/>
              <a:buChar char="●"/>
            </a:pPr>
            <a:r>
              <a:rPr lang="en-IN" sz="1800">
                <a:solidFill>
                  <a:schemeClr val="dk1"/>
                </a:solidFill>
                <a:latin typeface="Times New Roman"/>
                <a:ea typeface="Times New Roman"/>
                <a:cs typeface="Times New Roman"/>
                <a:sym typeface="Times New Roman"/>
              </a:rPr>
              <a:t>Steal </a:t>
            </a:r>
            <a:r>
              <a:rPr b="1" lang="en-IN" sz="1800">
                <a:solidFill>
                  <a:schemeClr val="dk1"/>
                </a:solidFill>
                <a:latin typeface="Times New Roman"/>
                <a:ea typeface="Times New Roman"/>
                <a:cs typeface="Times New Roman"/>
                <a:sym typeface="Times New Roman"/>
              </a:rPr>
              <a:t>cookies</a:t>
            </a:r>
            <a:r>
              <a:rPr lang="en-IN" sz="1800">
                <a:solidFill>
                  <a:schemeClr val="dk1"/>
                </a:solidFill>
                <a:latin typeface="Times New Roman"/>
                <a:ea typeface="Times New Roman"/>
                <a:cs typeface="Times New Roman"/>
                <a:sym typeface="Times New Roman"/>
              </a:rPr>
              <a:t>, </a:t>
            </a:r>
            <a:r>
              <a:rPr b="1" lang="en-IN" sz="1800">
                <a:solidFill>
                  <a:schemeClr val="dk1"/>
                </a:solidFill>
                <a:latin typeface="Times New Roman"/>
                <a:ea typeface="Times New Roman"/>
                <a:cs typeface="Times New Roman"/>
                <a:sym typeface="Times New Roman"/>
              </a:rPr>
              <a:t>session tokens</a:t>
            </a:r>
            <a:r>
              <a:rPr lang="en-IN" sz="1800">
                <a:solidFill>
                  <a:schemeClr val="dk1"/>
                </a:solidFill>
                <a:latin typeface="Times New Roman"/>
                <a:ea typeface="Times New Roman"/>
                <a:cs typeface="Times New Roman"/>
                <a:sym typeface="Times New Roman"/>
              </a:rPr>
              <a:t>, or </a:t>
            </a:r>
            <a:r>
              <a:rPr b="1" lang="en-IN" sz="1800">
                <a:solidFill>
                  <a:schemeClr val="dk1"/>
                </a:solidFill>
                <a:latin typeface="Times New Roman"/>
                <a:ea typeface="Times New Roman"/>
                <a:cs typeface="Times New Roman"/>
                <a:sym typeface="Times New Roman"/>
              </a:rPr>
              <a:t>credentials</a:t>
            </a:r>
            <a:endParaRPr b="1" sz="1800">
              <a:solidFill>
                <a:schemeClr val="dk1"/>
              </a:solidFill>
              <a:latin typeface="Times New Roman"/>
              <a:ea typeface="Times New Roman"/>
              <a:cs typeface="Times New Roman"/>
              <a:sym typeface="Times New Roman"/>
            </a:endParaRPr>
          </a:p>
          <a:p>
            <a:pPr indent="-342900" lvl="0" marL="457200" rtl="0" algn="l">
              <a:lnSpc>
                <a:spcPct val="115000"/>
              </a:lnSpc>
              <a:spcBef>
                <a:spcPts val="0"/>
              </a:spcBef>
              <a:spcAft>
                <a:spcPts val="0"/>
              </a:spcAft>
              <a:buClr>
                <a:schemeClr val="dk1"/>
              </a:buClr>
              <a:buSzPts val="1800"/>
              <a:buFont typeface="Times New Roman"/>
              <a:buChar char="●"/>
            </a:pPr>
            <a:r>
              <a:rPr lang="en-IN" sz="1800">
                <a:solidFill>
                  <a:schemeClr val="dk1"/>
                </a:solidFill>
                <a:latin typeface="Times New Roman"/>
                <a:ea typeface="Times New Roman"/>
                <a:cs typeface="Times New Roman"/>
                <a:sym typeface="Times New Roman"/>
              </a:rPr>
              <a:t>Impersonate users</a:t>
            </a:r>
            <a:endParaRPr sz="1800">
              <a:solidFill>
                <a:schemeClr val="dk1"/>
              </a:solidFill>
              <a:latin typeface="Times New Roman"/>
              <a:ea typeface="Times New Roman"/>
              <a:cs typeface="Times New Roman"/>
              <a:sym typeface="Times New Roman"/>
            </a:endParaRPr>
          </a:p>
          <a:p>
            <a:pPr indent="-342900" lvl="0" marL="457200" rtl="0" algn="l">
              <a:lnSpc>
                <a:spcPct val="115000"/>
              </a:lnSpc>
              <a:spcBef>
                <a:spcPts val="0"/>
              </a:spcBef>
              <a:spcAft>
                <a:spcPts val="0"/>
              </a:spcAft>
              <a:buClr>
                <a:schemeClr val="dk1"/>
              </a:buClr>
              <a:buSzPts val="1800"/>
              <a:buFont typeface="Times New Roman"/>
              <a:buChar char="●"/>
            </a:pPr>
            <a:r>
              <a:rPr lang="en-IN" sz="1800">
                <a:solidFill>
                  <a:schemeClr val="dk1"/>
                </a:solidFill>
                <a:latin typeface="Times New Roman"/>
                <a:ea typeface="Times New Roman"/>
                <a:cs typeface="Times New Roman"/>
                <a:sym typeface="Times New Roman"/>
              </a:rPr>
              <a:t>Redirect users to fake or malicious sites</a:t>
            </a:r>
            <a:endParaRPr sz="1800">
              <a:solidFill>
                <a:schemeClr val="dk1"/>
              </a:solidFill>
              <a:latin typeface="Times New Roman"/>
              <a:ea typeface="Times New Roman"/>
              <a:cs typeface="Times New Roman"/>
              <a:sym typeface="Times New Roman"/>
            </a:endParaRPr>
          </a:p>
          <a:p>
            <a:pPr indent="-342900" lvl="0" marL="457200" rtl="0" algn="l">
              <a:lnSpc>
                <a:spcPct val="115000"/>
              </a:lnSpc>
              <a:spcBef>
                <a:spcPts val="0"/>
              </a:spcBef>
              <a:spcAft>
                <a:spcPts val="0"/>
              </a:spcAft>
              <a:buClr>
                <a:schemeClr val="dk1"/>
              </a:buClr>
              <a:buSzPts val="1800"/>
              <a:buFont typeface="Times New Roman"/>
              <a:buChar char="●"/>
            </a:pPr>
            <a:r>
              <a:rPr lang="en-IN" sz="1800">
                <a:solidFill>
                  <a:schemeClr val="dk1"/>
                </a:solidFill>
                <a:latin typeface="Times New Roman"/>
                <a:ea typeface="Times New Roman"/>
                <a:cs typeface="Times New Roman"/>
                <a:sym typeface="Times New Roman"/>
              </a:rPr>
              <a:t>Log keystrokes or capture form input</a:t>
            </a:r>
            <a:endParaRPr sz="1800">
              <a:solidFill>
                <a:schemeClr val="dk1"/>
              </a:solidFill>
              <a:latin typeface="Times New Roman"/>
              <a:ea typeface="Times New Roman"/>
              <a:cs typeface="Times New Roman"/>
              <a:sym typeface="Times New Roman"/>
            </a:endParaRPr>
          </a:p>
          <a:p>
            <a:pPr indent="-342900" lvl="0" marL="457200" rtl="0" algn="l">
              <a:lnSpc>
                <a:spcPct val="115000"/>
              </a:lnSpc>
              <a:spcBef>
                <a:spcPts val="0"/>
              </a:spcBef>
              <a:spcAft>
                <a:spcPts val="0"/>
              </a:spcAft>
              <a:buClr>
                <a:schemeClr val="dk1"/>
              </a:buClr>
              <a:buSzPts val="1800"/>
              <a:buFont typeface="Times New Roman"/>
              <a:buChar char="●"/>
            </a:pPr>
            <a:r>
              <a:rPr lang="en-IN" sz="1800">
                <a:solidFill>
                  <a:schemeClr val="dk1"/>
                </a:solidFill>
                <a:latin typeface="Times New Roman"/>
                <a:ea typeface="Times New Roman"/>
                <a:cs typeface="Times New Roman"/>
                <a:sym typeface="Times New Roman"/>
              </a:rPr>
              <a:t>Deface websites or cause other damage</a:t>
            </a:r>
            <a:endParaRPr sz="1800">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0"/>
              </a:spcAft>
              <a:buNone/>
            </a:pPr>
            <a:r>
              <a:rPr lang="en-IN" sz="1800">
                <a:solidFill>
                  <a:schemeClr val="dk1"/>
                </a:solidFill>
                <a:latin typeface="Times New Roman"/>
                <a:ea typeface="Times New Roman"/>
                <a:cs typeface="Times New Roman"/>
                <a:sym typeface="Times New Roman"/>
              </a:rPr>
              <a:t>Three Types Of XSS:</a:t>
            </a:r>
            <a:endParaRPr sz="1800">
              <a:solidFill>
                <a:schemeClr val="dk1"/>
              </a:solidFill>
              <a:latin typeface="Times New Roman"/>
              <a:ea typeface="Times New Roman"/>
              <a:cs typeface="Times New Roman"/>
              <a:sym typeface="Times New Roman"/>
            </a:endParaRPr>
          </a:p>
          <a:p>
            <a:pPr indent="-342900" lvl="0" marL="457200" rtl="0" algn="l">
              <a:lnSpc>
                <a:spcPct val="115000"/>
              </a:lnSpc>
              <a:spcBef>
                <a:spcPts val="1200"/>
              </a:spcBef>
              <a:spcAft>
                <a:spcPts val="0"/>
              </a:spcAft>
              <a:buClr>
                <a:schemeClr val="dk1"/>
              </a:buClr>
              <a:buSzPts val="1800"/>
              <a:buFont typeface="Times New Roman"/>
              <a:buAutoNum type="arabicPeriod"/>
            </a:pPr>
            <a:r>
              <a:rPr lang="en-IN" sz="1800">
                <a:solidFill>
                  <a:schemeClr val="dk1"/>
                </a:solidFill>
                <a:latin typeface="Times New Roman"/>
                <a:ea typeface="Times New Roman"/>
                <a:cs typeface="Times New Roman"/>
                <a:sym typeface="Times New Roman"/>
              </a:rPr>
              <a:t>Stored XSS : Malicious code is </a:t>
            </a:r>
            <a:r>
              <a:rPr b="1" lang="en-IN" sz="1800">
                <a:solidFill>
                  <a:schemeClr val="dk1"/>
                </a:solidFill>
                <a:latin typeface="Times New Roman"/>
                <a:ea typeface="Times New Roman"/>
                <a:cs typeface="Times New Roman"/>
                <a:sym typeface="Times New Roman"/>
              </a:rPr>
              <a:t>stored</a:t>
            </a:r>
            <a:r>
              <a:rPr lang="en-IN" sz="1800">
                <a:solidFill>
                  <a:schemeClr val="dk1"/>
                </a:solidFill>
                <a:latin typeface="Times New Roman"/>
                <a:ea typeface="Times New Roman"/>
                <a:cs typeface="Times New Roman"/>
                <a:sym typeface="Times New Roman"/>
              </a:rPr>
              <a:t> on the server (e.g., in a database) and shown to other users later.</a:t>
            </a:r>
            <a:endParaRPr sz="1800">
              <a:solidFill>
                <a:schemeClr val="dk1"/>
              </a:solidFill>
              <a:latin typeface="Times New Roman"/>
              <a:ea typeface="Times New Roman"/>
              <a:cs typeface="Times New Roman"/>
              <a:sym typeface="Times New Roman"/>
            </a:endParaRPr>
          </a:p>
          <a:p>
            <a:pPr indent="-342900" lvl="0" marL="457200" rtl="0" algn="l">
              <a:lnSpc>
                <a:spcPct val="115000"/>
              </a:lnSpc>
              <a:spcBef>
                <a:spcPts val="0"/>
              </a:spcBef>
              <a:spcAft>
                <a:spcPts val="0"/>
              </a:spcAft>
              <a:buClr>
                <a:schemeClr val="dk1"/>
              </a:buClr>
              <a:buSzPts val="1800"/>
              <a:buFont typeface="Times New Roman"/>
              <a:buAutoNum type="arabicPeriod"/>
            </a:pPr>
            <a:r>
              <a:rPr lang="en-IN" sz="1800">
                <a:solidFill>
                  <a:schemeClr val="dk1"/>
                </a:solidFill>
                <a:latin typeface="Times New Roman"/>
                <a:ea typeface="Times New Roman"/>
                <a:cs typeface="Times New Roman"/>
                <a:sym typeface="Times New Roman"/>
              </a:rPr>
              <a:t>Reflected XSS : Malicious code is </a:t>
            </a:r>
            <a:r>
              <a:rPr b="1" lang="en-IN" sz="1800">
                <a:solidFill>
                  <a:schemeClr val="dk1"/>
                </a:solidFill>
                <a:latin typeface="Times New Roman"/>
                <a:ea typeface="Times New Roman"/>
                <a:cs typeface="Times New Roman"/>
                <a:sym typeface="Times New Roman"/>
              </a:rPr>
              <a:t>immediately reflected</a:t>
            </a:r>
            <a:r>
              <a:rPr lang="en-IN" sz="1800">
                <a:solidFill>
                  <a:schemeClr val="dk1"/>
                </a:solidFill>
                <a:latin typeface="Times New Roman"/>
                <a:ea typeface="Times New Roman"/>
                <a:cs typeface="Times New Roman"/>
                <a:sym typeface="Times New Roman"/>
              </a:rPr>
              <a:t> back in a web response (URL or form input).</a:t>
            </a:r>
            <a:endParaRPr sz="1800">
              <a:solidFill>
                <a:schemeClr val="dk1"/>
              </a:solidFill>
              <a:latin typeface="Times New Roman"/>
              <a:ea typeface="Times New Roman"/>
              <a:cs typeface="Times New Roman"/>
              <a:sym typeface="Times New Roman"/>
            </a:endParaRPr>
          </a:p>
          <a:p>
            <a:pPr indent="-342900" lvl="0" marL="457200" rtl="0" algn="l">
              <a:lnSpc>
                <a:spcPct val="115000"/>
              </a:lnSpc>
              <a:spcBef>
                <a:spcPts val="0"/>
              </a:spcBef>
              <a:spcAft>
                <a:spcPts val="0"/>
              </a:spcAft>
              <a:buClr>
                <a:schemeClr val="dk1"/>
              </a:buClr>
              <a:buSzPts val="1800"/>
              <a:buFont typeface="Times New Roman"/>
              <a:buAutoNum type="arabicPeriod"/>
            </a:pPr>
            <a:r>
              <a:rPr lang="en-IN" sz="1800">
                <a:solidFill>
                  <a:schemeClr val="dk1"/>
                </a:solidFill>
                <a:latin typeface="Times New Roman"/>
                <a:ea typeface="Times New Roman"/>
                <a:cs typeface="Times New Roman"/>
                <a:sym typeface="Times New Roman"/>
              </a:rPr>
              <a:t>Dom Based XSS : Code is injected and executed </a:t>
            </a:r>
            <a:r>
              <a:rPr b="1" lang="en-IN" sz="1800">
                <a:solidFill>
                  <a:schemeClr val="dk1"/>
                </a:solidFill>
                <a:latin typeface="Times New Roman"/>
                <a:ea typeface="Times New Roman"/>
                <a:cs typeface="Times New Roman"/>
                <a:sym typeface="Times New Roman"/>
              </a:rPr>
              <a:t>entirely in the browser</a:t>
            </a:r>
            <a:r>
              <a:rPr lang="en-IN" sz="1800">
                <a:solidFill>
                  <a:schemeClr val="dk1"/>
                </a:solidFill>
                <a:latin typeface="Times New Roman"/>
                <a:ea typeface="Times New Roman"/>
                <a:cs typeface="Times New Roman"/>
                <a:sym typeface="Times New Roman"/>
              </a:rPr>
              <a:t>, without touching the server.</a:t>
            </a:r>
            <a:endParaRPr sz="18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t/>
            </a:r>
            <a:endParaRPr sz="1800">
              <a:solidFill>
                <a:srgbClr val="3F3F3F"/>
              </a:solidFill>
              <a:latin typeface="Meiryo"/>
              <a:ea typeface="Meiryo"/>
              <a:cs typeface="Meiryo"/>
              <a:sym typeface="Meiryo"/>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0" name="Shape 480"/>
        <p:cNvGrpSpPr/>
        <p:nvPr/>
      </p:nvGrpSpPr>
      <p:grpSpPr>
        <a:xfrm>
          <a:off x="0" y="0"/>
          <a:ext cx="0" cy="0"/>
          <a:chOff x="0" y="0"/>
          <a:chExt cx="0" cy="0"/>
        </a:xfrm>
      </p:grpSpPr>
      <p:sp>
        <p:nvSpPr>
          <p:cNvPr id="481" name="Google Shape;481;g39514df9559_0_0"/>
          <p:cNvSpPr txBox="1"/>
          <p:nvPr/>
        </p:nvSpPr>
        <p:spPr>
          <a:xfrm>
            <a:off x="283550" y="287075"/>
            <a:ext cx="11159100" cy="1569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IN" sz="1800">
                <a:solidFill>
                  <a:srgbClr val="3F3F3F"/>
                </a:solidFill>
                <a:latin typeface="Meiryo"/>
                <a:ea typeface="Meiryo"/>
                <a:cs typeface="Meiryo"/>
                <a:sym typeface="Meiryo"/>
              </a:rPr>
              <a:t>Objective : Steal the cookie of a logged in user.</a:t>
            </a:r>
            <a:endParaRPr sz="1800">
              <a:solidFill>
                <a:srgbClr val="3F3F3F"/>
              </a:solidFill>
              <a:latin typeface="Meiryo"/>
              <a:ea typeface="Meiryo"/>
              <a:cs typeface="Meiryo"/>
              <a:sym typeface="Meiryo"/>
            </a:endParaRPr>
          </a:p>
          <a:p>
            <a:pPr indent="0" lvl="0" marL="0" rtl="0" algn="l">
              <a:spcBef>
                <a:spcPts val="0"/>
              </a:spcBef>
              <a:spcAft>
                <a:spcPts val="0"/>
              </a:spcAft>
              <a:buNone/>
            </a:pPr>
            <a:r>
              <a:t/>
            </a:r>
            <a:endParaRPr sz="1800">
              <a:solidFill>
                <a:srgbClr val="3F3F3F"/>
              </a:solidFill>
              <a:latin typeface="Meiryo"/>
              <a:ea typeface="Meiryo"/>
              <a:cs typeface="Meiryo"/>
              <a:sym typeface="Meiryo"/>
            </a:endParaRPr>
          </a:p>
          <a:p>
            <a:pPr indent="0" lvl="0" marL="0" rtl="0" algn="l">
              <a:spcBef>
                <a:spcPts val="0"/>
              </a:spcBef>
              <a:spcAft>
                <a:spcPts val="0"/>
              </a:spcAft>
              <a:buNone/>
            </a:pPr>
            <a:r>
              <a:rPr lang="en-IN" sz="1800">
                <a:solidFill>
                  <a:srgbClr val="3F3F3F"/>
                </a:solidFill>
                <a:latin typeface="Meiryo"/>
                <a:ea typeface="Meiryo"/>
                <a:cs typeface="Meiryo"/>
                <a:sym typeface="Meiryo"/>
              </a:rPr>
              <a:t>First we will perform </a:t>
            </a:r>
            <a:r>
              <a:rPr lang="en-IN" sz="1800">
                <a:solidFill>
                  <a:srgbClr val="3F3F3F"/>
                </a:solidFill>
                <a:latin typeface="Meiryo"/>
                <a:ea typeface="Meiryo"/>
                <a:cs typeface="Meiryo"/>
                <a:sym typeface="Meiryo"/>
              </a:rPr>
              <a:t>reflected XSS.</a:t>
            </a:r>
            <a:endParaRPr sz="1800">
              <a:solidFill>
                <a:srgbClr val="3F3F3F"/>
              </a:solidFill>
              <a:latin typeface="Meiryo"/>
              <a:ea typeface="Meiryo"/>
              <a:cs typeface="Meiryo"/>
              <a:sym typeface="Meiryo"/>
            </a:endParaRPr>
          </a:p>
          <a:p>
            <a:pPr indent="0" lvl="0" marL="0" rtl="0" algn="l">
              <a:spcBef>
                <a:spcPts val="0"/>
              </a:spcBef>
              <a:spcAft>
                <a:spcPts val="0"/>
              </a:spcAft>
              <a:buNone/>
            </a:pPr>
            <a:r>
              <a:t/>
            </a:r>
            <a:endParaRPr sz="1800">
              <a:solidFill>
                <a:srgbClr val="3F3F3F"/>
              </a:solidFill>
              <a:latin typeface="Meiryo"/>
              <a:ea typeface="Meiryo"/>
              <a:cs typeface="Meiryo"/>
              <a:sym typeface="Meiryo"/>
            </a:endParaRPr>
          </a:p>
          <a:p>
            <a:pPr indent="0" lvl="0" marL="0" rtl="0" algn="l">
              <a:spcBef>
                <a:spcPts val="0"/>
              </a:spcBef>
              <a:spcAft>
                <a:spcPts val="0"/>
              </a:spcAft>
              <a:buNone/>
            </a:pPr>
            <a:r>
              <a:t/>
            </a:r>
            <a:endParaRPr sz="1800">
              <a:solidFill>
                <a:srgbClr val="3F3F3F"/>
              </a:solidFill>
              <a:latin typeface="Meiryo"/>
              <a:ea typeface="Meiryo"/>
              <a:cs typeface="Meiryo"/>
              <a:sym typeface="Meiryo"/>
            </a:endParaRPr>
          </a:p>
        </p:txBody>
      </p:sp>
      <p:pic>
        <p:nvPicPr>
          <p:cNvPr id="482" name="Google Shape;482;g39514df9559_0_0" title="Screenshot 2025-10-22 at 1.40.25 AM.png"/>
          <p:cNvPicPr preferRelativeResize="0"/>
          <p:nvPr/>
        </p:nvPicPr>
        <p:blipFill>
          <a:blip r:embed="rId3">
            <a:alphaModFix/>
          </a:blip>
          <a:stretch>
            <a:fillRect/>
          </a:stretch>
        </p:blipFill>
        <p:spPr>
          <a:xfrm>
            <a:off x="152400" y="2009375"/>
            <a:ext cx="8609743" cy="4696224"/>
          </a:xfrm>
          <a:prstGeom prst="rect">
            <a:avLst/>
          </a:prstGeom>
          <a:noFill/>
          <a:ln>
            <a:noFill/>
          </a:ln>
        </p:spPr>
      </p:pic>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7" name="Shape 487"/>
        <p:cNvGrpSpPr/>
        <p:nvPr/>
      </p:nvGrpSpPr>
      <p:grpSpPr>
        <a:xfrm>
          <a:off x="0" y="0"/>
          <a:ext cx="0" cy="0"/>
          <a:chOff x="0" y="0"/>
          <a:chExt cx="0" cy="0"/>
        </a:xfrm>
      </p:grpSpPr>
      <p:sp>
        <p:nvSpPr>
          <p:cNvPr id="488" name="Google Shape;488;g39514df9559_0_9"/>
          <p:cNvSpPr txBox="1"/>
          <p:nvPr/>
        </p:nvSpPr>
        <p:spPr>
          <a:xfrm>
            <a:off x="0" y="0"/>
            <a:ext cx="11894400" cy="1262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IN"/>
              <a:t>In the input box (or URL parameter) insert the payload: &lt;script&gt;alert('Reflected')&lt;/script&gt;</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pic>
        <p:nvPicPr>
          <p:cNvPr id="489" name="Google Shape;489;g39514df9559_0_9" title="Screenshot 2025-10-22 at 1.41.09 AM.png"/>
          <p:cNvPicPr preferRelativeResize="0"/>
          <p:nvPr/>
        </p:nvPicPr>
        <p:blipFill>
          <a:blip r:embed="rId3">
            <a:alphaModFix/>
          </a:blip>
          <a:stretch>
            <a:fillRect/>
          </a:stretch>
        </p:blipFill>
        <p:spPr>
          <a:xfrm>
            <a:off x="62025" y="628400"/>
            <a:ext cx="8600136" cy="5291099"/>
          </a:xfrm>
          <a:prstGeom prst="rect">
            <a:avLst/>
          </a:prstGeom>
          <a:noFill/>
          <a:ln>
            <a:noFill/>
          </a:ln>
        </p:spPr>
      </p:pic>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4" name="Shape 494"/>
        <p:cNvGrpSpPr/>
        <p:nvPr/>
      </p:nvGrpSpPr>
      <p:grpSpPr>
        <a:xfrm>
          <a:off x="0" y="0"/>
          <a:ext cx="0" cy="0"/>
          <a:chOff x="0" y="0"/>
          <a:chExt cx="0" cy="0"/>
        </a:xfrm>
      </p:grpSpPr>
      <p:sp>
        <p:nvSpPr>
          <p:cNvPr id="495" name="Google Shape;495;g39514df9559_0_21"/>
          <p:cNvSpPr txBox="1"/>
          <p:nvPr/>
        </p:nvSpPr>
        <p:spPr>
          <a:xfrm>
            <a:off x="0" y="0"/>
            <a:ext cx="11740800" cy="15453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lang="en-IN"/>
              <a:t>Capture the request/response in Burp:</a:t>
            </a:r>
            <a:endParaRPr/>
          </a:p>
          <a:p>
            <a:pPr indent="-298450" lvl="0" marL="457200" rtl="0" algn="l">
              <a:lnSpc>
                <a:spcPct val="115000"/>
              </a:lnSpc>
              <a:spcBef>
                <a:spcPts val="1200"/>
              </a:spcBef>
              <a:spcAft>
                <a:spcPts val="0"/>
              </a:spcAft>
              <a:buClr>
                <a:schemeClr val="dk1"/>
              </a:buClr>
              <a:buSzPts val="1100"/>
              <a:buChar char="●"/>
            </a:pPr>
            <a:r>
              <a:rPr lang="en-IN"/>
              <a:t>Turn Intercept ON in Burp.</a:t>
            </a:r>
            <a:endParaRPr/>
          </a:p>
          <a:p>
            <a:pPr indent="-298450" lvl="0" marL="457200" rtl="0" algn="l">
              <a:lnSpc>
                <a:spcPct val="115000"/>
              </a:lnSpc>
              <a:spcBef>
                <a:spcPts val="0"/>
              </a:spcBef>
              <a:spcAft>
                <a:spcPts val="0"/>
              </a:spcAft>
              <a:buClr>
                <a:schemeClr val="dk1"/>
              </a:buClr>
              <a:buSzPts val="1100"/>
              <a:buChar char="●"/>
            </a:pPr>
            <a:r>
              <a:rPr lang="en-IN"/>
              <a:t>Submit the form. Burp will show the POST (or GET) request with the parameter.</a:t>
            </a:r>
            <a:endParaRPr/>
          </a:p>
          <a:p>
            <a:pPr indent="-298450" lvl="0" marL="457200" rtl="0" algn="l">
              <a:lnSpc>
                <a:spcPct val="115000"/>
              </a:lnSpc>
              <a:spcBef>
                <a:spcPts val="0"/>
              </a:spcBef>
              <a:spcAft>
                <a:spcPts val="0"/>
              </a:spcAft>
              <a:buClr>
                <a:schemeClr val="dk1"/>
              </a:buClr>
              <a:buSzPts val="1100"/>
              <a:buChar char="●"/>
            </a:pPr>
            <a:r>
              <a:rPr lang="en-IN">
                <a:solidFill>
                  <a:schemeClr val="dk1"/>
                </a:solidFill>
              </a:rPr>
              <a:t>In Burp → Intercept → Forward the request to the server.</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IN">
                <a:solidFill>
                  <a:schemeClr val="dk1"/>
                </a:solidFill>
              </a:rPr>
              <a:t>In Burp → HTTP history, open the response and show the HTML where your payload appears unescaped.</a:t>
            </a:r>
            <a:endParaRPr/>
          </a:p>
        </p:txBody>
      </p:sp>
      <p:pic>
        <p:nvPicPr>
          <p:cNvPr id="496" name="Google Shape;496;g39514df9559_0_21" title="Screenshot 2025-10-22 at 1.46.05 AM.png"/>
          <p:cNvPicPr preferRelativeResize="0"/>
          <p:nvPr/>
        </p:nvPicPr>
        <p:blipFill>
          <a:blip r:embed="rId3">
            <a:alphaModFix/>
          </a:blip>
          <a:stretch>
            <a:fillRect/>
          </a:stretch>
        </p:blipFill>
        <p:spPr>
          <a:xfrm>
            <a:off x="482351" y="1500800"/>
            <a:ext cx="8420977" cy="5258999"/>
          </a:xfrm>
          <a:prstGeom prst="rect">
            <a:avLst/>
          </a:prstGeom>
          <a:noFill/>
          <a:ln>
            <a:noFill/>
          </a:ln>
        </p:spPr>
      </p:pic>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1" name="Shape 501"/>
        <p:cNvGrpSpPr/>
        <p:nvPr/>
      </p:nvGrpSpPr>
      <p:grpSpPr>
        <a:xfrm>
          <a:off x="0" y="0"/>
          <a:ext cx="0" cy="0"/>
          <a:chOff x="0" y="0"/>
          <a:chExt cx="0" cy="0"/>
        </a:xfrm>
      </p:grpSpPr>
      <p:sp>
        <p:nvSpPr>
          <p:cNvPr id="502" name="Google Shape;502;g39514df9559_0_29"/>
          <p:cNvSpPr txBox="1"/>
          <p:nvPr/>
        </p:nvSpPr>
        <p:spPr>
          <a:xfrm>
            <a:off x="0" y="0"/>
            <a:ext cx="11044800" cy="400200"/>
          </a:xfrm>
          <a:prstGeom prst="rect">
            <a:avLst/>
          </a:prstGeom>
          <a:noFill/>
          <a:ln>
            <a:noFill/>
          </a:ln>
        </p:spPr>
        <p:txBody>
          <a:bodyPr anchorCtr="0" anchor="t" bIns="91425" lIns="91425" spcFirstLastPara="1" rIns="91425" wrap="square" tIns="91425">
            <a:spAutoFit/>
          </a:bodyPr>
          <a:lstStyle/>
          <a:p>
            <a:pPr indent="0" lvl="0" marL="457200" rtl="0" algn="l">
              <a:lnSpc>
                <a:spcPct val="115000"/>
              </a:lnSpc>
              <a:spcBef>
                <a:spcPts val="1200"/>
              </a:spcBef>
              <a:spcAft>
                <a:spcPts val="1200"/>
              </a:spcAft>
              <a:buNone/>
            </a:pPr>
            <a:r>
              <a:t/>
            </a:r>
            <a:endParaRPr>
              <a:solidFill>
                <a:schemeClr val="dk1"/>
              </a:solidFill>
            </a:endParaRPr>
          </a:p>
        </p:txBody>
      </p:sp>
      <p:sp>
        <p:nvSpPr>
          <p:cNvPr id="503" name="Google Shape;503;g39514df9559_0_29"/>
          <p:cNvSpPr txBox="1"/>
          <p:nvPr/>
        </p:nvSpPr>
        <p:spPr>
          <a:xfrm>
            <a:off x="229350" y="287075"/>
            <a:ext cx="115836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IN" sz="1800">
                <a:solidFill>
                  <a:srgbClr val="3F3F3F"/>
                </a:solidFill>
                <a:latin typeface="Meiryo"/>
                <a:ea typeface="Meiryo"/>
                <a:cs typeface="Meiryo"/>
                <a:sym typeface="Meiryo"/>
              </a:rPr>
              <a:t>Now since we </a:t>
            </a:r>
            <a:r>
              <a:rPr lang="en-IN" sz="1800">
                <a:solidFill>
                  <a:srgbClr val="3F3F3F"/>
                </a:solidFill>
                <a:latin typeface="Meiryo"/>
                <a:ea typeface="Meiryo"/>
                <a:cs typeface="Meiryo"/>
                <a:sym typeface="Meiryo"/>
              </a:rPr>
              <a:t>demonstrated</a:t>
            </a:r>
            <a:r>
              <a:rPr lang="en-IN" sz="1800">
                <a:solidFill>
                  <a:srgbClr val="3F3F3F"/>
                </a:solidFill>
                <a:latin typeface="Meiryo"/>
                <a:ea typeface="Meiryo"/>
                <a:cs typeface="Meiryo"/>
                <a:sym typeface="Meiryo"/>
              </a:rPr>
              <a:t> how to inject javascript code, we will try to steal the cookie using another method that is by using document.cookie </a:t>
            </a:r>
            <a:endParaRPr sz="1800">
              <a:solidFill>
                <a:srgbClr val="3F3F3F"/>
              </a:solidFill>
              <a:latin typeface="Meiryo"/>
              <a:ea typeface="Meiryo"/>
              <a:cs typeface="Meiryo"/>
              <a:sym typeface="Meiryo"/>
            </a:endParaRPr>
          </a:p>
        </p:txBody>
      </p:sp>
      <p:pic>
        <p:nvPicPr>
          <p:cNvPr id="504" name="Google Shape;504;g39514df9559_0_29" title="Screenshot 2025-10-22 at 1.56.45 AM.png"/>
          <p:cNvPicPr preferRelativeResize="0"/>
          <p:nvPr/>
        </p:nvPicPr>
        <p:blipFill>
          <a:blip r:embed="rId3">
            <a:alphaModFix/>
          </a:blip>
          <a:stretch>
            <a:fillRect/>
          </a:stretch>
        </p:blipFill>
        <p:spPr>
          <a:xfrm>
            <a:off x="152400" y="1178375"/>
            <a:ext cx="9005373" cy="5527224"/>
          </a:xfrm>
          <a:prstGeom prst="rect">
            <a:avLst/>
          </a:prstGeom>
          <a:noFill/>
          <a:ln>
            <a:noFill/>
          </a:ln>
        </p:spPr>
      </p:pic>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9" name="Shape 509"/>
        <p:cNvGrpSpPr/>
        <p:nvPr/>
      </p:nvGrpSpPr>
      <p:grpSpPr>
        <a:xfrm>
          <a:off x="0" y="0"/>
          <a:ext cx="0" cy="0"/>
          <a:chOff x="0" y="0"/>
          <a:chExt cx="0" cy="0"/>
        </a:xfrm>
      </p:grpSpPr>
      <p:sp>
        <p:nvSpPr>
          <p:cNvPr id="510" name="Google Shape;510;g39514df9559_0_39"/>
          <p:cNvSpPr txBox="1"/>
          <p:nvPr/>
        </p:nvSpPr>
        <p:spPr>
          <a:xfrm>
            <a:off x="230200" y="197425"/>
            <a:ext cx="11493600" cy="212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IN" sz="1800">
                <a:solidFill>
                  <a:srgbClr val="3F3F3F"/>
                </a:solidFill>
                <a:latin typeface="Meiryo"/>
                <a:ea typeface="Meiryo"/>
                <a:cs typeface="Meiryo"/>
                <a:sym typeface="Meiryo"/>
              </a:rPr>
              <a:t>What we did earlier was low level since requested input was not checked, before including it to be used in the output text.</a:t>
            </a:r>
            <a:endParaRPr sz="1800">
              <a:solidFill>
                <a:srgbClr val="3F3F3F"/>
              </a:solidFill>
              <a:latin typeface="Meiryo"/>
              <a:ea typeface="Meiryo"/>
              <a:cs typeface="Meiryo"/>
              <a:sym typeface="Meiryo"/>
            </a:endParaRPr>
          </a:p>
          <a:p>
            <a:pPr indent="0" lvl="0" marL="0" rtl="0" algn="l">
              <a:spcBef>
                <a:spcPts val="0"/>
              </a:spcBef>
              <a:spcAft>
                <a:spcPts val="0"/>
              </a:spcAft>
              <a:buNone/>
            </a:pPr>
            <a:r>
              <a:rPr lang="en-IN" sz="1800">
                <a:solidFill>
                  <a:srgbClr val="3F3F3F"/>
                </a:solidFill>
                <a:latin typeface="Meiryo"/>
                <a:ea typeface="Meiryo"/>
                <a:cs typeface="Meiryo"/>
                <a:sym typeface="Meiryo"/>
              </a:rPr>
              <a:t>But what if the the developer has tried to add a simple pattern matching to remove any references to "&lt;script&gt;", to disable any JavaScript. Then </a:t>
            </a:r>
            <a:r>
              <a:rPr lang="en-IN" sz="1800">
                <a:solidFill>
                  <a:srgbClr val="3F3F3F"/>
                </a:solidFill>
                <a:latin typeface="Times New Roman"/>
                <a:ea typeface="Times New Roman"/>
                <a:cs typeface="Times New Roman"/>
                <a:sym typeface="Times New Roman"/>
              </a:rPr>
              <a:t>&lt;script&gt;alert(document.cookie)&lt;/script&gt; will not work.</a:t>
            </a:r>
            <a:endParaRPr sz="1800">
              <a:solidFill>
                <a:srgbClr val="3F3F3F"/>
              </a:solidFill>
              <a:latin typeface="Times New Roman"/>
              <a:ea typeface="Times New Roman"/>
              <a:cs typeface="Times New Roman"/>
              <a:sym typeface="Times New Roman"/>
            </a:endParaRPr>
          </a:p>
          <a:p>
            <a:pPr indent="0" lvl="0" marL="0" rtl="0" algn="l">
              <a:spcBef>
                <a:spcPts val="0"/>
              </a:spcBef>
              <a:spcAft>
                <a:spcPts val="0"/>
              </a:spcAft>
              <a:buNone/>
            </a:pPr>
            <a:r>
              <a:t/>
            </a:r>
            <a:endParaRPr sz="1800">
              <a:solidFill>
                <a:srgbClr val="3F3F3F"/>
              </a:solidFill>
              <a:latin typeface="Times New Roman"/>
              <a:ea typeface="Times New Roman"/>
              <a:cs typeface="Times New Roman"/>
              <a:sym typeface="Times New Roman"/>
            </a:endParaRPr>
          </a:p>
          <a:p>
            <a:pPr indent="0" lvl="0" marL="0" rtl="0" algn="l">
              <a:spcBef>
                <a:spcPts val="0"/>
              </a:spcBef>
              <a:spcAft>
                <a:spcPts val="0"/>
              </a:spcAft>
              <a:buNone/>
            </a:pPr>
            <a:r>
              <a:rPr lang="en-IN" sz="1800">
                <a:solidFill>
                  <a:srgbClr val="3F3F3F"/>
                </a:solidFill>
                <a:latin typeface="Times New Roman"/>
                <a:ea typeface="Times New Roman"/>
                <a:cs typeface="Times New Roman"/>
                <a:sym typeface="Times New Roman"/>
              </a:rPr>
              <a:t>First we will provide </a:t>
            </a:r>
            <a:r>
              <a:rPr lang="en-IN" sz="1800">
                <a:solidFill>
                  <a:srgbClr val="3F3F3F"/>
                </a:solidFill>
                <a:latin typeface="Meiryo"/>
                <a:ea typeface="Meiryo"/>
                <a:cs typeface="Meiryo"/>
                <a:sym typeface="Meiryo"/>
              </a:rPr>
              <a:t> </a:t>
            </a:r>
            <a:r>
              <a:rPr lang="en-IN" sz="1800">
                <a:solidFill>
                  <a:srgbClr val="3F3F3F"/>
                </a:solidFill>
                <a:latin typeface="Times New Roman"/>
                <a:ea typeface="Times New Roman"/>
                <a:cs typeface="Times New Roman"/>
                <a:sym typeface="Times New Roman"/>
              </a:rPr>
              <a:t>&lt;script&gt;alert('Reflected')&lt;/script&gt; in the input box as shown earlier then view the page source to inspect the code.</a:t>
            </a:r>
            <a:endParaRPr sz="1800">
              <a:solidFill>
                <a:srgbClr val="3F3F3F"/>
              </a:solidFill>
              <a:latin typeface="Times New Roman"/>
              <a:ea typeface="Times New Roman"/>
              <a:cs typeface="Times New Roman"/>
              <a:sym typeface="Times New Roman"/>
            </a:endParaRPr>
          </a:p>
          <a:p>
            <a:pPr indent="0" lvl="0" marL="0" rtl="0" algn="l">
              <a:spcBef>
                <a:spcPts val="0"/>
              </a:spcBef>
              <a:spcAft>
                <a:spcPts val="0"/>
              </a:spcAft>
              <a:buNone/>
            </a:pPr>
            <a:r>
              <a:t/>
            </a:r>
            <a:endParaRPr sz="1800">
              <a:solidFill>
                <a:srgbClr val="3F3F3F"/>
              </a:solidFill>
              <a:latin typeface="Times New Roman"/>
              <a:ea typeface="Times New Roman"/>
              <a:cs typeface="Times New Roman"/>
              <a:sym typeface="Times New Roman"/>
            </a:endParaRPr>
          </a:p>
        </p:txBody>
      </p:sp>
      <p:pic>
        <p:nvPicPr>
          <p:cNvPr id="511" name="Google Shape;511;g39514df9559_0_39" title="Screenshot 2025-10-22 at 2.10.16 AM.png"/>
          <p:cNvPicPr preferRelativeResize="0"/>
          <p:nvPr/>
        </p:nvPicPr>
        <p:blipFill>
          <a:blip r:embed="rId3">
            <a:alphaModFix/>
          </a:blip>
          <a:stretch>
            <a:fillRect/>
          </a:stretch>
        </p:blipFill>
        <p:spPr>
          <a:xfrm>
            <a:off x="152400" y="2473825"/>
            <a:ext cx="11887201" cy="3476774"/>
          </a:xfrm>
          <a:prstGeom prst="rect">
            <a:avLst/>
          </a:prstGeom>
          <a:noFill/>
          <a:ln>
            <a:noFill/>
          </a:ln>
        </p:spPr>
      </p:pic>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6" name="Shape 516"/>
        <p:cNvGrpSpPr/>
        <p:nvPr/>
      </p:nvGrpSpPr>
      <p:grpSpPr>
        <a:xfrm>
          <a:off x="0" y="0"/>
          <a:ext cx="0" cy="0"/>
          <a:chOff x="0" y="0"/>
          <a:chExt cx="0" cy="0"/>
        </a:xfrm>
      </p:grpSpPr>
      <p:sp>
        <p:nvSpPr>
          <p:cNvPr id="517" name="Google Shape;517;g39514df9559_0_47"/>
          <p:cNvSpPr txBox="1"/>
          <p:nvPr/>
        </p:nvSpPr>
        <p:spPr>
          <a:xfrm>
            <a:off x="284625" y="351650"/>
            <a:ext cx="11357400" cy="1569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IN" sz="1800">
                <a:solidFill>
                  <a:srgbClr val="3F3F3F"/>
                </a:solidFill>
                <a:latin typeface="Meiryo"/>
                <a:ea typeface="Meiryo"/>
                <a:cs typeface="Meiryo"/>
                <a:sym typeface="Meiryo"/>
              </a:rPr>
              <a:t>After </a:t>
            </a:r>
            <a:r>
              <a:rPr lang="en-IN" sz="1800">
                <a:solidFill>
                  <a:srgbClr val="3F3F3F"/>
                </a:solidFill>
                <a:latin typeface="Meiryo"/>
                <a:ea typeface="Meiryo"/>
                <a:cs typeface="Meiryo"/>
                <a:sym typeface="Meiryo"/>
              </a:rPr>
              <a:t>viewing the page source we saw that the starting script tag is removed but the ending script tag is not removed.</a:t>
            </a:r>
            <a:endParaRPr sz="1800">
              <a:solidFill>
                <a:srgbClr val="3F3F3F"/>
              </a:solidFill>
              <a:latin typeface="Meiryo"/>
              <a:ea typeface="Meiryo"/>
              <a:cs typeface="Meiryo"/>
              <a:sym typeface="Meiryo"/>
            </a:endParaRPr>
          </a:p>
          <a:p>
            <a:pPr indent="0" lvl="0" marL="0" rtl="0" algn="l">
              <a:spcBef>
                <a:spcPts val="0"/>
              </a:spcBef>
              <a:spcAft>
                <a:spcPts val="0"/>
              </a:spcAft>
              <a:buNone/>
            </a:pPr>
            <a:r>
              <a:rPr lang="en-IN" sz="1800">
                <a:solidFill>
                  <a:srgbClr val="3F3F3F"/>
                </a:solidFill>
                <a:latin typeface="Meiryo"/>
                <a:ea typeface="Meiryo"/>
                <a:cs typeface="Meiryo"/>
                <a:sym typeface="Meiryo"/>
              </a:rPr>
              <a:t>So we will try a couple options to extract the cookie.</a:t>
            </a:r>
            <a:endParaRPr sz="1800">
              <a:solidFill>
                <a:srgbClr val="3F3F3F"/>
              </a:solidFill>
              <a:latin typeface="Meiryo"/>
              <a:ea typeface="Meiryo"/>
              <a:cs typeface="Meiryo"/>
              <a:sym typeface="Meiryo"/>
            </a:endParaRPr>
          </a:p>
          <a:p>
            <a:pPr indent="0" lvl="0" marL="0" rtl="0" algn="l">
              <a:spcBef>
                <a:spcPts val="0"/>
              </a:spcBef>
              <a:spcAft>
                <a:spcPts val="0"/>
              </a:spcAft>
              <a:buNone/>
            </a:pPr>
            <a:r>
              <a:t/>
            </a:r>
            <a:endParaRPr sz="1800">
              <a:solidFill>
                <a:srgbClr val="3F3F3F"/>
              </a:solidFill>
              <a:latin typeface="Meiryo"/>
              <a:ea typeface="Meiryo"/>
              <a:cs typeface="Meiryo"/>
              <a:sym typeface="Meiryo"/>
            </a:endParaRPr>
          </a:p>
          <a:p>
            <a:pPr indent="0" lvl="0" marL="0" rtl="0" algn="l">
              <a:spcBef>
                <a:spcPts val="0"/>
              </a:spcBef>
              <a:spcAft>
                <a:spcPts val="0"/>
              </a:spcAft>
              <a:buNone/>
            </a:pPr>
            <a:r>
              <a:rPr lang="en-IN" sz="1800">
                <a:solidFill>
                  <a:srgbClr val="3F3F3F"/>
                </a:solidFill>
                <a:latin typeface="Meiryo"/>
                <a:ea typeface="Meiryo"/>
                <a:cs typeface="Meiryo"/>
                <a:sym typeface="Meiryo"/>
              </a:rPr>
              <a:t>First we will try  &lt;SCRIPT&gt;alert(document.cookie)&lt;/script&gt; </a:t>
            </a:r>
            <a:endParaRPr sz="1800">
              <a:solidFill>
                <a:srgbClr val="3F3F3F"/>
              </a:solidFill>
              <a:latin typeface="Meiryo"/>
              <a:ea typeface="Meiryo"/>
              <a:cs typeface="Meiryo"/>
              <a:sym typeface="Meiryo"/>
            </a:endParaRPr>
          </a:p>
          <a:p>
            <a:pPr indent="0" lvl="0" marL="0" rtl="0" algn="l">
              <a:spcBef>
                <a:spcPts val="0"/>
              </a:spcBef>
              <a:spcAft>
                <a:spcPts val="0"/>
              </a:spcAft>
              <a:buNone/>
            </a:pPr>
            <a:r>
              <a:rPr lang="en-IN" sz="1800">
                <a:solidFill>
                  <a:srgbClr val="3F3F3F"/>
                </a:solidFill>
                <a:latin typeface="Meiryo"/>
                <a:ea typeface="Meiryo"/>
                <a:cs typeface="Meiryo"/>
                <a:sym typeface="Meiryo"/>
              </a:rPr>
              <a:t>Then we will try  &lt;scr&lt;script&gt;ipt&gt;alert(document.cookie)&lt;/script&gt;</a:t>
            </a:r>
            <a:endParaRPr sz="1800">
              <a:solidFill>
                <a:srgbClr val="3F3F3F"/>
              </a:solidFill>
              <a:latin typeface="Meiryo"/>
              <a:ea typeface="Meiryo"/>
              <a:cs typeface="Meiryo"/>
              <a:sym typeface="Meiryo"/>
            </a:endParaRPr>
          </a:p>
        </p:txBody>
      </p:sp>
      <p:pic>
        <p:nvPicPr>
          <p:cNvPr id="518" name="Google Shape;518;g39514df9559_0_47" title="Screenshot 2025-10-22 at 2.15.45 AM.png"/>
          <p:cNvPicPr preferRelativeResize="0"/>
          <p:nvPr/>
        </p:nvPicPr>
        <p:blipFill>
          <a:blip r:embed="rId3">
            <a:alphaModFix/>
          </a:blip>
          <a:stretch>
            <a:fillRect/>
          </a:stretch>
        </p:blipFill>
        <p:spPr>
          <a:xfrm>
            <a:off x="379200" y="2010450"/>
            <a:ext cx="8059151" cy="4631651"/>
          </a:xfrm>
          <a:prstGeom prst="rect">
            <a:avLst/>
          </a:prstGeom>
          <a:noFill/>
          <a:ln>
            <a:noFill/>
          </a:ln>
        </p:spPr>
      </p:pic>
      <p:sp>
        <p:nvSpPr>
          <p:cNvPr id="519" name="Google Shape;519;g39514df9559_0_47"/>
          <p:cNvSpPr txBox="1"/>
          <p:nvPr/>
        </p:nvSpPr>
        <p:spPr>
          <a:xfrm>
            <a:off x="8438350" y="2111525"/>
            <a:ext cx="3912300" cy="2662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IN" sz="1800">
                <a:solidFill>
                  <a:srgbClr val="3F3F3F"/>
                </a:solidFill>
                <a:latin typeface="Meiryo"/>
                <a:ea typeface="Meiryo"/>
                <a:cs typeface="Meiryo"/>
                <a:sym typeface="Meiryo"/>
              </a:rPr>
              <a:t>Both of the methods worked.</a:t>
            </a:r>
            <a:endParaRPr sz="1800">
              <a:solidFill>
                <a:srgbClr val="3F3F3F"/>
              </a:solidFill>
              <a:latin typeface="Meiryo"/>
              <a:ea typeface="Meiryo"/>
              <a:cs typeface="Meiryo"/>
              <a:sym typeface="Meiryo"/>
            </a:endParaRPr>
          </a:p>
          <a:p>
            <a:pPr indent="0" lvl="0" marL="0" rtl="0" algn="l">
              <a:spcBef>
                <a:spcPts val="0"/>
              </a:spcBef>
              <a:spcAft>
                <a:spcPts val="0"/>
              </a:spcAft>
              <a:buNone/>
            </a:pPr>
            <a:r>
              <a:rPr lang="en-IN" sz="1800">
                <a:solidFill>
                  <a:srgbClr val="3F3F3F"/>
                </a:solidFill>
                <a:latin typeface="Meiryo"/>
                <a:ea typeface="Meiryo"/>
                <a:cs typeface="Meiryo"/>
                <a:sym typeface="Meiryo"/>
              </a:rPr>
              <a:t>The second one worked since the program of the website is programmed to delete the word &lt;script&gt; so it will read &lt;script&gt; from the </a:t>
            </a:r>
            <a:r>
              <a:rPr lang="en-IN" sz="1800">
                <a:solidFill>
                  <a:srgbClr val="3F3F3F"/>
                </a:solidFill>
                <a:latin typeface="Meiryo"/>
                <a:ea typeface="Meiryo"/>
                <a:cs typeface="Meiryo"/>
                <a:sym typeface="Meiryo"/>
              </a:rPr>
              <a:t>second method and delete it. So the program would become.</a:t>
            </a:r>
            <a:endParaRPr sz="1800">
              <a:solidFill>
                <a:srgbClr val="3F3F3F"/>
              </a:solidFill>
              <a:latin typeface="Meiryo"/>
              <a:ea typeface="Meiryo"/>
              <a:cs typeface="Meiryo"/>
              <a:sym typeface="Meiryo"/>
            </a:endParaRPr>
          </a:p>
          <a:p>
            <a:pPr indent="0" lvl="0" marL="0" rtl="0" algn="l">
              <a:spcBef>
                <a:spcPts val="0"/>
              </a:spcBef>
              <a:spcAft>
                <a:spcPts val="0"/>
              </a:spcAft>
              <a:buClr>
                <a:schemeClr val="dk1"/>
              </a:buClr>
              <a:buSzPts val="1100"/>
              <a:buFont typeface="Arial"/>
              <a:buNone/>
            </a:pPr>
            <a:r>
              <a:rPr lang="en-IN" sz="1700">
                <a:solidFill>
                  <a:srgbClr val="3F3F3F"/>
                </a:solidFill>
                <a:latin typeface="Meiryo"/>
                <a:ea typeface="Meiryo"/>
                <a:cs typeface="Meiryo"/>
                <a:sym typeface="Meiryo"/>
              </a:rPr>
              <a:t>&lt;script&gt;alert(document.cookie)&lt;/script&gt;</a:t>
            </a:r>
            <a:endParaRPr sz="1700">
              <a:solidFill>
                <a:srgbClr val="3F3F3F"/>
              </a:solidFill>
              <a:latin typeface="Meiryo"/>
              <a:ea typeface="Meiryo"/>
              <a:cs typeface="Meiryo"/>
              <a:sym typeface="Meiryo"/>
            </a:endParaRPr>
          </a:p>
          <a:p>
            <a:pPr indent="0" lvl="0" marL="0" rtl="0" algn="l">
              <a:spcBef>
                <a:spcPts val="0"/>
              </a:spcBef>
              <a:spcAft>
                <a:spcPts val="0"/>
              </a:spcAft>
              <a:buNone/>
            </a:pPr>
            <a:r>
              <a:t/>
            </a:r>
            <a:endParaRPr sz="1800">
              <a:solidFill>
                <a:srgbClr val="3F3F3F"/>
              </a:solidFill>
              <a:latin typeface="Meiryo"/>
              <a:ea typeface="Meiryo"/>
              <a:cs typeface="Meiryo"/>
              <a:sym typeface="Meiryo"/>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4" name="Shape 524"/>
        <p:cNvGrpSpPr/>
        <p:nvPr/>
      </p:nvGrpSpPr>
      <p:grpSpPr>
        <a:xfrm>
          <a:off x="0" y="0"/>
          <a:ext cx="0" cy="0"/>
          <a:chOff x="0" y="0"/>
          <a:chExt cx="0" cy="0"/>
        </a:xfrm>
      </p:grpSpPr>
      <p:sp>
        <p:nvSpPr>
          <p:cNvPr id="525" name="Google Shape;525;g39514df9559_0_56"/>
          <p:cNvSpPr txBox="1"/>
          <p:nvPr/>
        </p:nvSpPr>
        <p:spPr>
          <a:xfrm>
            <a:off x="320950" y="324450"/>
            <a:ext cx="11584200" cy="2955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IN" sz="1800">
                <a:solidFill>
                  <a:srgbClr val="3F3F3F"/>
                </a:solidFill>
                <a:latin typeface="Meiryo"/>
                <a:ea typeface="Meiryo"/>
                <a:cs typeface="Meiryo"/>
                <a:sym typeface="Meiryo"/>
              </a:rPr>
              <a:t>Next what if they have programmed the website in a way that the developer now believes they can disable all JavaScript by removing the pattern "&lt;s*c*r*i*p*t".</a:t>
            </a:r>
            <a:endParaRPr sz="1800">
              <a:solidFill>
                <a:srgbClr val="3F3F3F"/>
              </a:solidFill>
              <a:latin typeface="Meiryo"/>
              <a:ea typeface="Meiryo"/>
              <a:cs typeface="Meiryo"/>
              <a:sym typeface="Meiryo"/>
            </a:endParaRPr>
          </a:p>
          <a:p>
            <a:pPr indent="0" lvl="0" marL="0" rtl="0" algn="l">
              <a:spcBef>
                <a:spcPts val="0"/>
              </a:spcBef>
              <a:spcAft>
                <a:spcPts val="0"/>
              </a:spcAft>
              <a:buNone/>
            </a:pPr>
            <a:r>
              <a:t/>
            </a:r>
            <a:endParaRPr sz="1800">
              <a:solidFill>
                <a:srgbClr val="3F3F3F"/>
              </a:solidFill>
              <a:latin typeface="Meiryo"/>
              <a:ea typeface="Meiryo"/>
              <a:cs typeface="Meiryo"/>
              <a:sym typeface="Meiryo"/>
            </a:endParaRPr>
          </a:p>
          <a:p>
            <a:pPr indent="0" lvl="0" marL="0" rtl="0" algn="l">
              <a:spcBef>
                <a:spcPts val="0"/>
              </a:spcBef>
              <a:spcAft>
                <a:spcPts val="0"/>
              </a:spcAft>
              <a:buNone/>
            </a:pPr>
            <a:r>
              <a:rPr lang="en-IN" sz="1800">
                <a:solidFill>
                  <a:srgbClr val="3F3F3F"/>
                </a:solidFill>
                <a:latin typeface="Meiryo"/>
                <a:ea typeface="Meiryo"/>
                <a:cs typeface="Meiryo"/>
                <a:sym typeface="Meiryo"/>
              </a:rPr>
              <a:t>Then we can use &lt;img src="nonexistent.png" onerror="alert(document.cookie)"&gt;</a:t>
            </a:r>
            <a:endParaRPr sz="1800">
              <a:solidFill>
                <a:srgbClr val="3F3F3F"/>
              </a:solidFill>
              <a:latin typeface="Meiryo"/>
              <a:ea typeface="Meiryo"/>
              <a:cs typeface="Meiryo"/>
              <a:sym typeface="Meiryo"/>
            </a:endParaRPr>
          </a:p>
          <a:p>
            <a:pPr indent="0" lvl="0" marL="0" rtl="0" algn="l">
              <a:spcBef>
                <a:spcPts val="0"/>
              </a:spcBef>
              <a:spcAft>
                <a:spcPts val="0"/>
              </a:spcAft>
              <a:buClr>
                <a:schemeClr val="dk1"/>
              </a:buClr>
              <a:buSzPts val="1100"/>
              <a:buFont typeface="Arial"/>
              <a:buNone/>
            </a:pPr>
            <a:r>
              <a:rPr lang="en-IN" sz="1800">
                <a:solidFill>
                  <a:srgbClr val="188038"/>
                </a:solidFill>
                <a:latin typeface="Times New Roman"/>
                <a:ea typeface="Times New Roman"/>
                <a:cs typeface="Times New Roman"/>
                <a:sym typeface="Times New Roman"/>
              </a:rPr>
              <a:t>src="nonexistent.png"</a:t>
            </a:r>
            <a:r>
              <a:rPr lang="en-IN" sz="1800">
                <a:solidFill>
                  <a:schemeClr val="dk1"/>
                </a:solidFill>
                <a:latin typeface="Times New Roman"/>
                <a:ea typeface="Times New Roman"/>
                <a:cs typeface="Times New Roman"/>
                <a:sym typeface="Times New Roman"/>
              </a:rPr>
              <a:t> — the browser will fail to load that image (so the </a:t>
            </a:r>
            <a:r>
              <a:rPr lang="en-IN" sz="1800">
                <a:solidFill>
                  <a:srgbClr val="188038"/>
                </a:solidFill>
                <a:latin typeface="Times New Roman"/>
                <a:ea typeface="Times New Roman"/>
                <a:cs typeface="Times New Roman"/>
                <a:sym typeface="Times New Roman"/>
              </a:rPr>
              <a:t>error</a:t>
            </a:r>
            <a:r>
              <a:rPr lang="en-IN" sz="1800">
                <a:solidFill>
                  <a:schemeClr val="dk1"/>
                </a:solidFill>
                <a:latin typeface="Times New Roman"/>
                <a:ea typeface="Times New Roman"/>
                <a:cs typeface="Times New Roman"/>
                <a:sym typeface="Times New Roman"/>
              </a:rPr>
              <a:t> event fires).</a:t>
            </a:r>
            <a:endParaRPr sz="1800">
              <a:solidFill>
                <a:schemeClr val="dk1"/>
              </a:solidFill>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lang="en-IN" sz="1800">
                <a:solidFill>
                  <a:srgbClr val="188038"/>
                </a:solidFill>
                <a:latin typeface="Times New Roman"/>
                <a:ea typeface="Times New Roman"/>
                <a:cs typeface="Times New Roman"/>
                <a:sym typeface="Times New Roman"/>
              </a:rPr>
              <a:t>onerror="..."</a:t>
            </a:r>
            <a:r>
              <a:rPr lang="en-IN" sz="1800">
                <a:solidFill>
                  <a:schemeClr val="dk1"/>
                </a:solidFill>
                <a:latin typeface="Times New Roman"/>
                <a:ea typeface="Times New Roman"/>
                <a:cs typeface="Times New Roman"/>
                <a:sym typeface="Times New Roman"/>
              </a:rPr>
              <a:t> — the contents are executed as JavaScript when the error event occurs.</a:t>
            </a:r>
            <a:br>
              <a:rPr lang="en-IN" sz="1800">
                <a:solidFill>
                  <a:schemeClr val="dk1"/>
                </a:solidFill>
                <a:latin typeface="Times New Roman"/>
                <a:ea typeface="Times New Roman"/>
                <a:cs typeface="Times New Roman"/>
                <a:sym typeface="Times New Roman"/>
              </a:rPr>
            </a:br>
            <a:r>
              <a:rPr lang="en-IN" sz="1800">
                <a:solidFill>
                  <a:srgbClr val="188038"/>
                </a:solidFill>
                <a:latin typeface="Times New Roman"/>
                <a:ea typeface="Times New Roman"/>
                <a:cs typeface="Times New Roman"/>
                <a:sym typeface="Times New Roman"/>
              </a:rPr>
              <a:t>alert(document.cookie)</a:t>
            </a:r>
            <a:r>
              <a:rPr lang="en-IN" sz="1800">
                <a:solidFill>
                  <a:schemeClr val="dk1"/>
                </a:solidFill>
                <a:latin typeface="Times New Roman"/>
                <a:ea typeface="Times New Roman"/>
                <a:cs typeface="Times New Roman"/>
                <a:sym typeface="Times New Roman"/>
              </a:rPr>
              <a:t> — shows whatever cookies are readable by JavaScript for that page.</a:t>
            </a:r>
            <a:endParaRPr sz="18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sz="1800">
              <a:solidFill>
                <a:srgbClr val="3F3F3F"/>
              </a:solidFill>
              <a:latin typeface="Meiryo"/>
              <a:ea typeface="Meiryo"/>
              <a:cs typeface="Meiryo"/>
              <a:sym typeface="Meiryo"/>
            </a:endParaRPr>
          </a:p>
          <a:p>
            <a:pPr indent="0" lvl="0" marL="0" rtl="0" algn="l">
              <a:spcBef>
                <a:spcPts val="0"/>
              </a:spcBef>
              <a:spcAft>
                <a:spcPts val="0"/>
              </a:spcAft>
              <a:buNone/>
            </a:pPr>
            <a:r>
              <a:t/>
            </a:r>
            <a:endParaRPr sz="1800">
              <a:solidFill>
                <a:srgbClr val="3F3F3F"/>
              </a:solidFill>
              <a:latin typeface="Meiryo"/>
              <a:ea typeface="Meiryo"/>
              <a:cs typeface="Meiryo"/>
              <a:sym typeface="Meiryo"/>
            </a:endParaRPr>
          </a:p>
          <a:p>
            <a:pPr indent="0" lvl="0" marL="0" rtl="0" algn="l">
              <a:spcBef>
                <a:spcPts val="0"/>
              </a:spcBef>
              <a:spcAft>
                <a:spcPts val="0"/>
              </a:spcAft>
              <a:buNone/>
            </a:pPr>
            <a:r>
              <a:t/>
            </a:r>
            <a:endParaRPr sz="1800">
              <a:solidFill>
                <a:srgbClr val="3F3F3F"/>
              </a:solidFill>
              <a:latin typeface="Meiryo"/>
              <a:ea typeface="Meiryo"/>
              <a:cs typeface="Meiryo"/>
              <a:sym typeface="Meiryo"/>
            </a:endParaRPr>
          </a:p>
        </p:txBody>
      </p:sp>
      <p:pic>
        <p:nvPicPr>
          <p:cNvPr id="526" name="Google Shape;526;g39514df9559_0_56" title="Screenshot 2025-10-22 at 2.36.39 AM.png"/>
          <p:cNvPicPr preferRelativeResize="0"/>
          <p:nvPr/>
        </p:nvPicPr>
        <p:blipFill>
          <a:blip r:embed="rId3">
            <a:alphaModFix/>
          </a:blip>
          <a:stretch>
            <a:fillRect/>
          </a:stretch>
        </p:blipFill>
        <p:spPr>
          <a:xfrm>
            <a:off x="406400" y="2476350"/>
            <a:ext cx="8332052" cy="4381651"/>
          </a:xfrm>
          <a:prstGeom prst="rect">
            <a:avLst/>
          </a:prstGeom>
          <a:noFill/>
          <a:ln>
            <a:noFill/>
          </a:ln>
        </p:spPr>
      </p:pic>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1" name="Shape 531"/>
        <p:cNvGrpSpPr/>
        <p:nvPr/>
      </p:nvGrpSpPr>
      <p:grpSpPr>
        <a:xfrm>
          <a:off x="0" y="0"/>
          <a:ext cx="0" cy="0"/>
          <a:chOff x="0" y="0"/>
          <a:chExt cx="0" cy="0"/>
        </a:xfrm>
      </p:grpSpPr>
      <p:sp>
        <p:nvSpPr>
          <p:cNvPr id="532" name="Google Shape;532;g39514df9559_0_158"/>
          <p:cNvSpPr txBox="1"/>
          <p:nvPr/>
        </p:nvSpPr>
        <p:spPr>
          <a:xfrm>
            <a:off x="320950" y="369800"/>
            <a:ext cx="52044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IN" sz="1800">
                <a:solidFill>
                  <a:srgbClr val="3F3F3F"/>
                </a:solidFill>
                <a:latin typeface="Meiryo"/>
                <a:ea typeface="Meiryo"/>
                <a:cs typeface="Meiryo"/>
                <a:sym typeface="Meiryo"/>
              </a:rPr>
              <a:t>Next we will perform XSS (DOM)</a:t>
            </a:r>
            <a:endParaRPr sz="1800">
              <a:solidFill>
                <a:srgbClr val="3F3F3F"/>
              </a:solidFill>
              <a:latin typeface="Meiryo"/>
              <a:ea typeface="Meiryo"/>
              <a:cs typeface="Meiryo"/>
              <a:sym typeface="Meiryo"/>
            </a:endParaRPr>
          </a:p>
        </p:txBody>
      </p:sp>
      <p:pic>
        <p:nvPicPr>
          <p:cNvPr id="533" name="Google Shape;533;g39514df9559_0_158" title="Screenshot 2025-10-22 at 3.08.24 AM.png"/>
          <p:cNvPicPr preferRelativeResize="0"/>
          <p:nvPr/>
        </p:nvPicPr>
        <p:blipFill>
          <a:blip r:embed="rId3">
            <a:alphaModFix/>
          </a:blip>
          <a:stretch>
            <a:fillRect/>
          </a:stretch>
        </p:blipFill>
        <p:spPr>
          <a:xfrm>
            <a:off x="152400" y="983900"/>
            <a:ext cx="8182989" cy="5721699"/>
          </a:xfrm>
          <a:prstGeom prst="rect">
            <a:avLst/>
          </a:prstGeom>
          <a:noFill/>
          <a:ln>
            <a:noFill/>
          </a:ln>
        </p:spPr>
      </p:pic>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8" name="Shape 538"/>
        <p:cNvGrpSpPr/>
        <p:nvPr/>
      </p:nvGrpSpPr>
      <p:grpSpPr>
        <a:xfrm>
          <a:off x="0" y="0"/>
          <a:ext cx="0" cy="0"/>
          <a:chOff x="0" y="0"/>
          <a:chExt cx="0" cy="0"/>
        </a:xfrm>
      </p:grpSpPr>
      <p:sp>
        <p:nvSpPr>
          <p:cNvPr id="539" name="Google Shape;539;g39514df9559_0_168"/>
          <p:cNvSpPr txBox="1"/>
          <p:nvPr/>
        </p:nvSpPr>
        <p:spPr>
          <a:xfrm>
            <a:off x="284675" y="242800"/>
            <a:ext cx="11656800" cy="212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IN" sz="1800">
                <a:solidFill>
                  <a:srgbClr val="3F3F3F"/>
                </a:solidFill>
                <a:latin typeface="Meiryo"/>
                <a:ea typeface="Meiryo"/>
                <a:cs typeface="Meiryo"/>
                <a:sym typeface="Meiryo"/>
              </a:rPr>
              <a:t>At last we will perform XSS (Stored)</a:t>
            </a:r>
            <a:endParaRPr sz="1800">
              <a:solidFill>
                <a:srgbClr val="3F3F3F"/>
              </a:solidFill>
              <a:latin typeface="Meiryo"/>
              <a:ea typeface="Meiryo"/>
              <a:cs typeface="Meiryo"/>
              <a:sym typeface="Meiryo"/>
            </a:endParaRPr>
          </a:p>
          <a:p>
            <a:pPr indent="0" lvl="0" marL="0" rtl="0" algn="l">
              <a:spcBef>
                <a:spcPts val="0"/>
              </a:spcBef>
              <a:spcAft>
                <a:spcPts val="0"/>
              </a:spcAft>
              <a:buNone/>
            </a:pPr>
            <a:r>
              <a:t/>
            </a:r>
            <a:endParaRPr sz="1800">
              <a:solidFill>
                <a:srgbClr val="3F3F3F"/>
              </a:solidFill>
              <a:latin typeface="Meiryo"/>
              <a:ea typeface="Meiryo"/>
              <a:cs typeface="Meiryo"/>
              <a:sym typeface="Meiryo"/>
            </a:endParaRPr>
          </a:p>
          <a:p>
            <a:pPr indent="0" lvl="0" marL="0" rtl="0" algn="l">
              <a:spcBef>
                <a:spcPts val="0"/>
              </a:spcBef>
              <a:spcAft>
                <a:spcPts val="0"/>
              </a:spcAft>
              <a:buNone/>
            </a:pPr>
            <a:r>
              <a:rPr lang="en-IN" sz="1800">
                <a:solidFill>
                  <a:srgbClr val="3F3F3F"/>
                </a:solidFill>
                <a:latin typeface="Meiryo"/>
                <a:ea typeface="Meiryo"/>
                <a:cs typeface="Meiryo"/>
                <a:sym typeface="Meiryo"/>
              </a:rPr>
              <a:t>Objective : Redirect </a:t>
            </a:r>
            <a:r>
              <a:rPr lang="en-IN" sz="1800">
                <a:solidFill>
                  <a:srgbClr val="3F3F3F"/>
                </a:solidFill>
                <a:latin typeface="Meiryo"/>
                <a:ea typeface="Meiryo"/>
                <a:cs typeface="Meiryo"/>
                <a:sym typeface="Meiryo"/>
              </a:rPr>
              <a:t>everyone</a:t>
            </a:r>
            <a:r>
              <a:rPr lang="en-IN" sz="1800">
                <a:solidFill>
                  <a:srgbClr val="3F3F3F"/>
                </a:solidFill>
                <a:latin typeface="Meiryo"/>
                <a:ea typeface="Meiryo"/>
                <a:cs typeface="Meiryo"/>
                <a:sym typeface="Meiryo"/>
              </a:rPr>
              <a:t> to a web page of your choosing.</a:t>
            </a:r>
            <a:endParaRPr sz="1800">
              <a:solidFill>
                <a:srgbClr val="3F3F3F"/>
              </a:solidFill>
              <a:latin typeface="Meiryo"/>
              <a:ea typeface="Meiryo"/>
              <a:cs typeface="Meiryo"/>
              <a:sym typeface="Meiryo"/>
            </a:endParaRPr>
          </a:p>
          <a:p>
            <a:pPr indent="0" lvl="0" marL="0" rtl="0" algn="l">
              <a:spcBef>
                <a:spcPts val="0"/>
              </a:spcBef>
              <a:spcAft>
                <a:spcPts val="0"/>
              </a:spcAft>
              <a:buNone/>
            </a:pPr>
            <a:r>
              <a:t/>
            </a:r>
            <a:endParaRPr sz="1800">
              <a:solidFill>
                <a:srgbClr val="3F3F3F"/>
              </a:solidFill>
              <a:latin typeface="Meiryo"/>
              <a:ea typeface="Meiryo"/>
              <a:cs typeface="Meiryo"/>
              <a:sym typeface="Meiryo"/>
            </a:endParaRPr>
          </a:p>
          <a:p>
            <a:pPr indent="0" lvl="0" marL="0" rtl="0" algn="l">
              <a:spcBef>
                <a:spcPts val="0"/>
              </a:spcBef>
              <a:spcAft>
                <a:spcPts val="0"/>
              </a:spcAft>
              <a:buNone/>
            </a:pPr>
            <a:r>
              <a:rPr lang="en-IN" sz="1800">
                <a:solidFill>
                  <a:srgbClr val="3F3F3F"/>
                </a:solidFill>
                <a:latin typeface="Meiryo"/>
                <a:ea typeface="Meiryo"/>
                <a:cs typeface="Meiryo"/>
                <a:sym typeface="Meiryo"/>
              </a:rPr>
              <a:t>First we will start with the low level so will not check the requested input, before including it to be used in the output text.</a:t>
            </a:r>
            <a:endParaRPr sz="1800">
              <a:solidFill>
                <a:srgbClr val="3F3F3F"/>
              </a:solidFill>
              <a:latin typeface="Meiryo"/>
              <a:ea typeface="Meiryo"/>
              <a:cs typeface="Meiryo"/>
              <a:sym typeface="Meiryo"/>
            </a:endParaRPr>
          </a:p>
          <a:p>
            <a:pPr indent="0" lvl="0" marL="0" rtl="0" algn="l">
              <a:spcBef>
                <a:spcPts val="0"/>
              </a:spcBef>
              <a:spcAft>
                <a:spcPts val="0"/>
              </a:spcAft>
              <a:buNone/>
            </a:pPr>
            <a:r>
              <a:t/>
            </a:r>
            <a:endParaRPr sz="1800">
              <a:solidFill>
                <a:srgbClr val="3F3F3F"/>
              </a:solidFill>
              <a:latin typeface="Meiryo"/>
              <a:ea typeface="Meiryo"/>
              <a:cs typeface="Meiryo"/>
              <a:sym typeface="Meiryo"/>
            </a:endParaRPr>
          </a:p>
          <a:p>
            <a:pPr indent="0" lvl="0" marL="0" rtl="0" algn="l">
              <a:spcBef>
                <a:spcPts val="0"/>
              </a:spcBef>
              <a:spcAft>
                <a:spcPts val="0"/>
              </a:spcAft>
              <a:buNone/>
            </a:pPr>
            <a:r>
              <a:t/>
            </a:r>
            <a:endParaRPr sz="1800">
              <a:solidFill>
                <a:srgbClr val="3F3F3F"/>
              </a:solidFill>
              <a:latin typeface="Meiryo"/>
              <a:ea typeface="Meiryo"/>
              <a:cs typeface="Meiryo"/>
              <a:sym typeface="Meiryo"/>
            </a:endParaRPr>
          </a:p>
        </p:txBody>
      </p:sp>
      <p:pic>
        <p:nvPicPr>
          <p:cNvPr id="540" name="Google Shape;540;g39514df9559_0_168" title="Screenshot 2025-10-22 at 3.49.51 AM.png"/>
          <p:cNvPicPr preferRelativeResize="0"/>
          <p:nvPr/>
        </p:nvPicPr>
        <p:blipFill>
          <a:blip r:embed="rId3">
            <a:alphaModFix/>
          </a:blip>
          <a:stretch>
            <a:fillRect/>
          </a:stretch>
        </p:blipFill>
        <p:spPr>
          <a:xfrm>
            <a:off x="152400" y="2519200"/>
            <a:ext cx="6030410" cy="4186400"/>
          </a:xfrm>
          <a:prstGeom prst="rect">
            <a:avLst/>
          </a:prstGeom>
          <a:noFill/>
          <a:ln>
            <a:noFill/>
          </a:ln>
        </p:spPr>
      </p:pic>
      <p:pic>
        <p:nvPicPr>
          <p:cNvPr id="541" name="Google Shape;541;g39514df9559_0_168" title="Screenshot 2025-10-22 at 3.50.05 AM.png"/>
          <p:cNvPicPr preferRelativeResize="0"/>
          <p:nvPr/>
        </p:nvPicPr>
        <p:blipFill>
          <a:blip r:embed="rId4">
            <a:alphaModFix/>
          </a:blip>
          <a:stretch>
            <a:fillRect/>
          </a:stretch>
        </p:blipFill>
        <p:spPr>
          <a:xfrm>
            <a:off x="7460085" y="2519200"/>
            <a:ext cx="4578875" cy="4186400"/>
          </a:xfrm>
          <a:prstGeom prst="rect">
            <a:avLst/>
          </a:prstGeom>
          <a:noFill/>
          <a:ln>
            <a:noFill/>
          </a:ln>
        </p:spPr>
      </p:pic>
      <p:sp>
        <p:nvSpPr>
          <p:cNvPr id="542" name="Google Shape;542;g39514df9559_0_168"/>
          <p:cNvSpPr txBox="1"/>
          <p:nvPr/>
        </p:nvSpPr>
        <p:spPr>
          <a:xfrm>
            <a:off x="6182800" y="3862300"/>
            <a:ext cx="50322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IN" sz="1200">
                <a:solidFill>
                  <a:srgbClr val="3F3F3F"/>
                </a:solidFill>
                <a:latin typeface="Meiryo"/>
                <a:ea typeface="Meiryo"/>
                <a:cs typeface="Meiryo"/>
                <a:sym typeface="Meiryo"/>
              </a:rPr>
              <a:t>Got redirected to</a:t>
            </a:r>
            <a:endParaRPr sz="1200">
              <a:solidFill>
                <a:srgbClr val="3F3F3F"/>
              </a:solidFill>
              <a:latin typeface="Meiryo"/>
              <a:ea typeface="Meiryo"/>
              <a:cs typeface="Meiryo"/>
              <a:sym typeface="Meiryo"/>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7" name="Shape 547"/>
        <p:cNvGrpSpPr/>
        <p:nvPr/>
      </p:nvGrpSpPr>
      <p:grpSpPr>
        <a:xfrm>
          <a:off x="0" y="0"/>
          <a:ext cx="0" cy="0"/>
          <a:chOff x="0" y="0"/>
          <a:chExt cx="0" cy="0"/>
        </a:xfrm>
      </p:grpSpPr>
      <p:pic>
        <p:nvPicPr>
          <p:cNvPr id="548" name="Google Shape;548;g39514df9559_0_164" title="Screenshot 2025-10-22 at 4.07.10 AM.png"/>
          <p:cNvPicPr preferRelativeResize="0"/>
          <p:nvPr/>
        </p:nvPicPr>
        <p:blipFill>
          <a:blip r:embed="rId3">
            <a:alphaModFix/>
          </a:blip>
          <a:stretch>
            <a:fillRect/>
          </a:stretch>
        </p:blipFill>
        <p:spPr>
          <a:xfrm>
            <a:off x="152400" y="152400"/>
            <a:ext cx="11670395" cy="6553200"/>
          </a:xfrm>
          <a:prstGeom prst="rect">
            <a:avLst/>
          </a:prstGeom>
          <a:noFill/>
          <a:ln>
            <a:noFill/>
          </a:ln>
        </p:spPr>
      </p:pic>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3" name="Shape 553"/>
        <p:cNvGrpSpPr/>
        <p:nvPr/>
      </p:nvGrpSpPr>
      <p:grpSpPr>
        <a:xfrm>
          <a:off x="0" y="0"/>
          <a:ext cx="0" cy="0"/>
          <a:chOff x="0" y="0"/>
          <a:chExt cx="0" cy="0"/>
        </a:xfrm>
      </p:grpSpPr>
      <p:sp>
        <p:nvSpPr>
          <p:cNvPr id="554" name="Google Shape;554;g39514df9559_0_185"/>
          <p:cNvSpPr txBox="1"/>
          <p:nvPr/>
        </p:nvSpPr>
        <p:spPr>
          <a:xfrm>
            <a:off x="240900" y="5609000"/>
            <a:ext cx="11710200" cy="1293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IN" sz="1800">
                <a:solidFill>
                  <a:srgbClr val="3F3F3F"/>
                </a:solidFill>
                <a:latin typeface="Times New Roman"/>
                <a:ea typeface="Times New Roman"/>
                <a:cs typeface="Times New Roman"/>
                <a:sym typeface="Times New Roman"/>
              </a:rPr>
              <a:t>So now even though I logged in using a different </a:t>
            </a:r>
            <a:r>
              <a:rPr lang="en-IN" sz="1800">
                <a:solidFill>
                  <a:srgbClr val="3F3F3F"/>
                </a:solidFill>
                <a:latin typeface="Times New Roman"/>
                <a:ea typeface="Times New Roman"/>
                <a:cs typeface="Times New Roman"/>
                <a:sym typeface="Times New Roman"/>
              </a:rPr>
              <a:t>account</a:t>
            </a:r>
            <a:r>
              <a:rPr lang="en-IN" sz="1800">
                <a:solidFill>
                  <a:srgbClr val="3F3F3F"/>
                </a:solidFill>
                <a:latin typeface="Times New Roman"/>
                <a:ea typeface="Times New Roman"/>
                <a:cs typeface="Times New Roman"/>
                <a:sym typeface="Times New Roman"/>
              </a:rPr>
              <a:t> in a private window </a:t>
            </a:r>
            <a:r>
              <a:rPr lang="en-IN" sz="1800">
                <a:solidFill>
                  <a:srgbClr val="3F3F3F"/>
                </a:solidFill>
                <a:latin typeface="Times New Roman"/>
                <a:ea typeface="Times New Roman"/>
                <a:cs typeface="Times New Roman"/>
                <a:sym typeface="Times New Roman"/>
              </a:rPr>
              <a:t>whenever</a:t>
            </a:r>
            <a:r>
              <a:rPr lang="en-IN" sz="1800">
                <a:solidFill>
                  <a:srgbClr val="3F3F3F"/>
                </a:solidFill>
                <a:latin typeface="Times New Roman"/>
                <a:ea typeface="Times New Roman"/>
                <a:cs typeface="Times New Roman"/>
                <a:sym typeface="Times New Roman"/>
              </a:rPr>
              <a:t> I click XSS (stored) it gets redirected to the url I specified earlier. </a:t>
            </a:r>
            <a:r>
              <a:rPr lang="en-IN" sz="1800">
                <a:solidFill>
                  <a:schemeClr val="dk1"/>
                </a:solidFill>
                <a:latin typeface="Times New Roman"/>
                <a:ea typeface="Times New Roman"/>
                <a:cs typeface="Times New Roman"/>
                <a:sym typeface="Times New Roman"/>
              </a:rPr>
              <a:t>That means the page I clicked is being served with the malicious script in it — the payload was </a:t>
            </a:r>
            <a:r>
              <a:rPr b="1" lang="en-IN" sz="1800">
                <a:solidFill>
                  <a:schemeClr val="dk1"/>
                </a:solidFill>
                <a:latin typeface="Times New Roman"/>
                <a:ea typeface="Times New Roman"/>
                <a:cs typeface="Times New Roman"/>
                <a:sym typeface="Times New Roman"/>
              </a:rPr>
              <a:t>persisted</a:t>
            </a:r>
            <a:r>
              <a:rPr lang="en-IN" sz="1800">
                <a:solidFill>
                  <a:schemeClr val="dk1"/>
                </a:solidFill>
                <a:latin typeface="Times New Roman"/>
                <a:ea typeface="Times New Roman"/>
                <a:cs typeface="Times New Roman"/>
                <a:sym typeface="Times New Roman"/>
              </a:rPr>
              <a:t> by the server and is </a:t>
            </a:r>
            <a:r>
              <a:rPr b="1" lang="en-IN" sz="1800">
                <a:solidFill>
                  <a:schemeClr val="dk1"/>
                </a:solidFill>
                <a:latin typeface="Times New Roman"/>
                <a:ea typeface="Times New Roman"/>
                <a:cs typeface="Times New Roman"/>
                <a:sym typeface="Times New Roman"/>
              </a:rPr>
              <a:t>executed when another session/viewer interacts with that stored content</a:t>
            </a:r>
            <a:r>
              <a:rPr lang="en-IN" sz="1800">
                <a:solidFill>
                  <a:schemeClr val="dk1"/>
                </a:solidFill>
                <a:latin typeface="Times New Roman"/>
                <a:ea typeface="Times New Roman"/>
                <a:cs typeface="Times New Roman"/>
                <a:sym typeface="Times New Roman"/>
              </a:rPr>
              <a:t>. That is the definition of </a:t>
            </a:r>
            <a:r>
              <a:rPr i="1" lang="en-IN" sz="1800">
                <a:solidFill>
                  <a:schemeClr val="dk1"/>
                </a:solidFill>
                <a:latin typeface="Times New Roman"/>
                <a:ea typeface="Times New Roman"/>
                <a:cs typeface="Times New Roman"/>
                <a:sym typeface="Times New Roman"/>
              </a:rPr>
              <a:t>stored</a:t>
            </a:r>
            <a:r>
              <a:rPr lang="en-IN" sz="1800">
                <a:solidFill>
                  <a:schemeClr val="dk1"/>
                </a:solidFill>
                <a:latin typeface="Times New Roman"/>
                <a:ea typeface="Times New Roman"/>
                <a:cs typeface="Times New Roman"/>
                <a:sym typeface="Times New Roman"/>
              </a:rPr>
              <a:t> (persistent) XSS.</a:t>
            </a:r>
            <a:endParaRPr sz="1800">
              <a:solidFill>
                <a:srgbClr val="3F3F3F"/>
              </a:solidFill>
              <a:latin typeface="Times New Roman"/>
              <a:ea typeface="Times New Roman"/>
              <a:cs typeface="Times New Roman"/>
              <a:sym typeface="Times New Roman"/>
            </a:endParaRPr>
          </a:p>
        </p:txBody>
      </p:sp>
      <p:pic>
        <p:nvPicPr>
          <p:cNvPr id="555" name="Google Shape;555;g39514df9559_0_185" title="Screenshot 2025-10-22 at 5.58.14 AM.png"/>
          <p:cNvPicPr preferRelativeResize="0"/>
          <p:nvPr/>
        </p:nvPicPr>
        <p:blipFill>
          <a:blip r:embed="rId3">
            <a:alphaModFix/>
          </a:blip>
          <a:stretch>
            <a:fillRect/>
          </a:stretch>
        </p:blipFill>
        <p:spPr>
          <a:xfrm>
            <a:off x="170475" y="199325"/>
            <a:ext cx="8551112" cy="5114801"/>
          </a:xfrm>
          <a:prstGeom prst="rect">
            <a:avLst/>
          </a:prstGeom>
          <a:noFill/>
          <a:ln>
            <a:noFill/>
          </a:ln>
        </p:spPr>
      </p:pic>
      <p:sp>
        <p:nvSpPr>
          <p:cNvPr id="556" name="Google Shape;556;g39514df9559_0_185"/>
          <p:cNvSpPr txBox="1"/>
          <p:nvPr/>
        </p:nvSpPr>
        <p:spPr>
          <a:xfrm>
            <a:off x="8999450" y="2629350"/>
            <a:ext cx="3000000" cy="861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IN" sz="1100">
                <a:solidFill>
                  <a:schemeClr val="dk1"/>
                </a:solidFill>
              </a:rPr>
              <a:t>Impact:</a:t>
            </a:r>
            <a:r>
              <a:rPr lang="en-IN" sz="1100">
                <a:solidFill>
                  <a:schemeClr val="dk1"/>
                </a:solidFill>
              </a:rPr>
              <a:t> Arbitrary JavaScript execution in other users’ browsers, forced redirects, and potential exposure of cookies or sensitive data if not properly protected.</a:t>
            </a:r>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1" name="Shape 561"/>
        <p:cNvGrpSpPr/>
        <p:nvPr/>
      </p:nvGrpSpPr>
      <p:grpSpPr>
        <a:xfrm>
          <a:off x="0" y="0"/>
          <a:ext cx="0" cy="0"/>
          <a:chOff x="0" y="0"/>
          <a:chExt cx="0" cy="0"/>
        </a:xfrm>
      </p:grpSpPr>
      <p:sp>
        <p:nvSpPr>
          <p:cNvPr id="562" name="Google Shape;562;g39514df9559_0_71"/>
          <p:cNvSpPr txBox="1"/>
          <p:nvPr/>
        </p:nvSpPr>
        <p:spPr>
          <a:xfrm>
            <a:off x="348175" y="0"/>
            <a:ext cx="11166900" cy="81288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2400"/>
              </a:spcBef>
              <a:spcAft>
                <a:spcPts val="0"/>
              </a:spcAft>
              <a:buClr>
                <a:schemeClr val="dk1"/>
              </a:buClr>
              <a:buSzPts val="1100"/>
              <a:buFont typeface="Arial"/>
              <a:buNone/>
            </a:pPr>
            <a:r>
              <a:rPr b="1" lang="en-IN" sz="1800">
                <a:solidFill>
                  <a:schemeClr val="dk1"/>
                </a:solidFill>
              </a:rPr>
              <a:t>Where XSS can run (beyond </a:t>
            </a:r>
            <a:r>
              <a:rPr b="1" lang="en-IN" sz="1800">
                <a:solidFill>
                  <a:srgbClr val="188038"/>
                </a:solidFill>
                <a:latin typeface="Roboto Mono"/>
                <a:ea typeface="Roboto Mono"/>
                <a:cs typeface="Roboto Mono"/>
                <a:sym typeface="Roboto Mono"/>
              </a:rPr>
              <a:t>&lt;script&gt;</a:t>
            </a:r>
            <a:r>
              <a:rPr b="1" lang="en-IN" sz="1800">
                <a:solidFill>
                  <a:schemeClr val="dk1"/>
                </a:solidFill>
              </a:rPr>
              <a:t>)</a:t>
            </a:r>
            <a:endParaRPr b="1" sz="1800">
              <a:solidFill>
                <a:schemeClr val="dk1"/>
              </a:solidFill>
            </a:endParaRPr>
          </a:p>
          <a:p>
            <a:pPr indent="0" lvl="0" marL="0" rtl="0" algn="l">
              <a:lnSpc>
                <a:spcPct val="115000"/>
              </a:lnSpc>
              <a:spcBef>
                <a:spcPts val="1400"/>
              </a:spcBef>
              <a:spcAft>
                <a:spcPts val="0"/>
              </a:spcAft>
              <a:buNone/>
            </a:pPr>
            <a:r>
              <a:rPr b="1" lang="en-IN" sz="1300">
                <a:solidFill>
                  <a:schemeClr val="dk1"/>
                </a:solidFill>
              </a:rPr>
              <a:t>1) HTML body context : </a:t>
            </a:r>
            <a:r>
              <a:rPr lang="en-IN" sz="1100">
                <a:solidFill>
                  <a:schemeClr val="dk1"/>
                </a:solidFill>
              </a:rPr>
              <a:t>When input is inserted between tags.</a:t>
            </a:r>
            <a:endParaRPr sz="11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IN" sz="1100">
                <a:solidFill>
                  <a:schemeClr val="dk1"/>
                </a:solidFill>
              </a:rPr>
              <a:t>Example: the site outputs </a:t>
            </a:r>
            <a:r>
              <a:rPr lang="en-IN" sz="1100">
                <a:solidFill>
                  <a:srgbClr val="188038"/>
                </a:solidFill>
                <a:latin typeface="Roboto Mono"/>
                <a:ea typeface="Roboto Mono"/>
                <a:cs typeface="Roboto Mono"/>
                <a:sym typeface="Roboto Mono"/>
              </a:rPr>
              <a:t>Hello, USER_INPUT</a:t>
            </a:r>
            <a:r>
              <a:rPr lang="en-IN" sz="1100">
                <a:solidFill>
                  <a:schemeClr val="dk1"/>
                </a:solidFill>
              </a:rPr>
              <a:t> into the page body.</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IN" sz="1100">
                <a:solidFill>
                  <a:schemeClr val="dk1"/>
                </a:solidFill>
              </a:rPr>
              <a:t>Payload:</a:t>
            </a:r>
            <a:br>
              <a:rPr lang="en-IN" sz="1100">
                <a:solidFill>
                  <a:schemeClr val="dk1"/>
                </a:solidFill>
              </a:rPr>
            </a:br>
            <a:r>
              <a:rPr lang="en-IN" sz="1100">
                <a:solidFill>
                  <a:schemeClr val="dk1"/>
                </a:solidFill>
              </a:rPr>
              <a:t> </a:t>
            </a:r>
            <a:r>
              <a:rPr lang="en-IN" sz="1100">
                <a:solidFill>
                  <a:srgbClr val="188038"/>
                </a:solidFill>
                <a:latin typeface="Roboto Mono"/>
                <a:ea typeface="Roboto Mono"/>
                <a:cs typeface="Roboto Mono"/>
                <a:sym typeface="Roboto Mono"/>
              </a:rPr>
              <a:t>&lt;script&gt;alert(1)&lt;/script&gt;</a:t>
            </a:r>
            <a:endParaRPr sz="1100">
              <a:solidFill>
                <a:srgbClr val="188038"/>
              </a:solidFill>
              <a:latin typeface="Roboto Mono"/>
              <a:ea typeface="Roboto Mono"/>
              <a:cs typeface="Roboto Mono"/>
              <a:sym typeface="Roboto Mono"/>
            </a:endParaRPr>
          </a:p>
          <a:p>
            <a:pPr indent="0" lvl="0" marL="0" rtl="0" algn="l">
              <a:lnSpc>
                <a:spcPct val="115000"/>
              </a:lnSpc>
              <a:spcBef>
                <a:spcPts val="1400"/>
              </a:spcBef>
              <a:spcAft>
                <a:spcPts val="0"/>
              </a:spcAft>
              <a:buNone/>
            </a:pPr>
            <a:r>
              <a:rPr b="1" lang="en-IN" sz="1300">
                <a:solidFill>
                  <a:schemeClr val="dk1"/>
                </a:solidFill>
              </a:rPr>
              <a:t>2) Attribute context (inside an attribute value)</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IN" sz="1100">
                <a:solidFill>
                  <a:schemeClr val="dk1"/>
                </a:solidFill>
              </a:rPr>
              <a:t>Input placed inside </a:t>
            </a:r>
            <a:r>
              <a:rPr lang="en-IN" sz="1100">
                <a:solidFill>
                  <a:srgbClr val="188038"/>
                </a:solidFill>
                <a:latin typeface="Roboto Mono"/>
                <a:ea typeface="Roboto Mono"/>
                <a:cs typeface="Roboto Mono"/>
                <a:sym typeface="Roboto Mono"/>
              </a:rPr>
              <a:t>value="..."</a:t>
            </a:r>
            <a:r>
              <a:rPr lang="en-IN" sz="1100">
                <a:solidFill>
                  <a:schemeClr val="dk1"/>
                </a:solidFill>
              </a:rPr>
              <a:t>, </a:t>
            </a:r>
            <a:r>
              <a:rPr lang="en-IN" sz="1100">
                <a:solidFill>
                  <a:srgbClr val="188038"/>
                </a:solidFill>
                <a:latin typeface="Roboto Mono"/>
                <a:ea typeface="Roboto Mono"/>
                <a:cs typeface="Roboto Mono"/>
                <a:sym typeface="Roboto Mono"/>
              </a:rPr>
              <a:t>href="..."</a:t>
            </a:r>
            <a:r>
              <a:rPr lang="en-IN" sz="1100">
                <a:solidFill>
                  <a:schemeClr val="dk1"/>
                </a:solidFill>
              </a:rPr>
              <a:t>, </a:t>
            </a:r>
            <a:r>
              <a:rPr lang="en-IN" sz="1100">
                <a:solidFill>
                  <a:srgbClr val="188038"/>
                </a:solidFill>
                <a:latin typeface="Roboto Mono"/>
                <a:ea typeface="Roboto Mono"/>
                <a:cs typeface="Roboto Mono"/>
                <a:sym typeface="Roboto Mono"/>
              </a:rPr>
              <a:t>src="..."</a:t>
            </a:r>
            <a:r>
              <a:rPr lang="en-IN" sz="1100">
                <a:solidFill>
                  <a:schemeClr val="dk1"/>
                </a:solidFill>
              </a:rPr>
              <a:t>.</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IN" sz="1100">
                <a:solidFill>
                  <a:schemeClr val="dk1"/>
                </a:solidFill>
              </a:rPr>
              <a:t>Example payloads: </a:t>
            </a:r>
            <a:r>
              <a:rPr lang="en-IN" sz="1100">
                <a:solidFill>
                  <a:srgbClr val="188038"/>
                </a:solidFill>
                <a:latin typeface="Roboto Mono"/>
                <a:ea typeface="Roboto Mono"/>
                <a:cs typeface="Roboto Mono"/>
                <a:sym typeface="Roboto Mono"/>
              </a:rPr>
              <a:t>" onmouseover="alert(1) '</a:t>
            </a:r>
            <a:r>
              <a:rPr lang="en-IN" sz="1100">
                <a:solidFill>
                  <a:srgbClr val="188038"/>
                </a:solidFill>
                <a:latin typeface="Roboto Mono"/>
                <a:ea typeface="Roboto Mono"/>
                <a:cs typeface="Roboto Mono"/>
                <a:sym typeface="Roboto Mono"/>
              </a:rPr>
              <a:t> </a:t>
            </a:r>
            <a:r>
              <a:rPr lang="en-IN" sz="1100">
                <a:solidFill>
                  <a:srgbClr val="188038"/>
                </a:solidFill>
                <a:latin typeface="Roboto Mono"/>
                <a:ea typeface="Roboto Mono"/>
                <a:cs typeface="Roboto Mono"/>
                <a:sym typeface="Roboto Mono"/>
              </a:rPr>
              <a:t>onfocus='alert(1)</a:t>
            </a:r>
            <a:endParaRPr sz="1100">
              <a:solidFill>
                <a:srgbClr val="188038"/>
              </a:solidFill>
              <a:latin typeface="Roboto Mono"/>
              <a:ea typeface="Roboto Mono"/>
              <a:cs typeface="Roboto Mono"/>
              <a:sym typeface="Roboto Mono"/>
            </a:endParaRPr>
          </a:p>
          <a:p>
            <a:pPr indent="-298450" lvl="0" marL="457200" rtl="0" algn="l">
              <a:lnSpc>
                <a:spcPct val="115000"/>
              </a:lnSpc>
              <a:spcBef>
                <a:spcPts val="0"/>
              </a:spcBef>
              <a:spcAft>
                <a:spcPts val="0"/>
              </a:spcAft>
              <a:buClr>
                <a:schemeClr val="dk1"/>
              </a:buClr>
              <a:buSzPts val="1100"/>
              <a:buChar char="●"/>
            </a:pPr>
            <a:r>
              <a:rPr lang="en-IN" sz="1100">
                <a:solidFill>
                  <a:schemeClr val="dk1"/>
                </a:solidFill>
              </a:rPr>
              <a:t> Resulting HTML might become: </a:t>
            </a:r>
            <a:r>
              <a:rPr lang="en-IN" sz="1100">
                <a:solidFill>
                  <a:srgbClr val="188038"/>
                </a:solidFill>
                <a:latin typeface="Roboto Mono"/>
                <a:ea typeface="Roboto Mono"/>
                <a:cs typeface="Roboto Mono"/>
                <a:sym typeface="Roboto Mono"/>
              </a:rPr>
              <a:t>&lt;input value="" onmouseover="alert(1)"&gt;</a:t>
            </a:r>
            <a:endParaRPr sz="1100">
              <a:solidFill>
                <a:srgbClr val="188038"/>
              </a:solidFill>
              <a:latin typeface="Roboto Mono"/>
              <a:ea typeface="Roboto Mono"/>
              <a:cs typeface="Roboto Mono"/>
              <a:sym typeface="Roboto Mono"/>
            </a:endParaRPr>
          </a:p>
          <a:p>
            <a:pPr indent="0" lvl="0" marL="0" rtl="0" algn="l">
              <a:lnSpc>
                <a:spcPct val="115000"/>
              </a:lnSpc>
              <a:spcBef>
                <a:spcPts val="1400"/>
              </a:spcBef>
              <a:spcAft>
                <a:spcPts val="0"/>
              </a:spcAft>
              <a:buNone/>
            </a:pPr>
            <a:r>
              <a:rPr b="1" lang="en-IN" sz="1300">
                <a:solidFill>
                  <a:schemeClr val="dk1"/>
                </a:solidFill>
              </a:rPr>
              <a:t>3) Event handler attributes</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IN" sz="1100">
                <a:solidFill>
                  <a:srgbClr val="188038"/>
                </a:solidFill>
                <a:latin typeface="Roboto Mono"/>
                <a:ea typeface="Roboto Mono"/>
                <a:cs typeface="Roboto Mono"/>
                <a:sym typeface="Roboto Mono"/>
              </a:rPr>
              <a:t>onclick</a:t>
            </a:r>
            <a:r>
              <a:rPr lang="en-IN" sz="1100">
                <a:solidFill>
                  <a:schemeClr val="dk1"/>
                </a:solidFill>
              </a:rPr>
              <a:t>, </a:t>
            </a:r>
            <a:r>
              <a:rPr lang="en-IN" sz="1100">
                <a:solidFill>
                  <a:srgbClr val="188038"/>
                </a:solidFill>
                <a:latin typeface="Roboto Mono"/>
                <a:ea typeface="Roboto Mono"/>
                <a:cs typeface="Roboto Mono"/>
                <a:sym typeface="Roboto Mono"/>
              </a:rPr>
              <a:t>onerror</a:t>
            </a:r>
            <a:r>
              <a:rPr lang="en-IN" sz="1100">
                <a:solidFill>
                  <a:schemeClr val="dk1"/>
                </a:solidFill>
              </a:rPr>
              <a:t>, </a:t>
            </a:r>
            <a:r>
              <a:rPr lang="en-IN" sz="1100">
                <a:solidFill>
                  <a:srgbClr val="188038"/>
                </a:solidFill>
                <a:latin typeface="Roboto Mono"/>
                <a:ea typeface="Roboto Mono"/>
                <a:cs typeface="Roboto Mono"/>
                <a:sym typeface="Roboto Mono"/>
              </a:rPr>
              <a:t>onload</a:t>
            </a:r>
            <a:r>
              <a:rPr lang="en-IN" sz="1100">
                <a:solidFill>
                  <a:schemeClr val="dk1"/>
                </a:solidFill>
              </a:rPr>
              <a:t>, etc.</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IN" sz="1100">
                <a:solidFill>
                  <a:schemeClr val="dk1"/>
                </a:solidFill>
              </a:rPr>
              <a:t>Example: </a:t>
            </a:r>
            <a:r>
              <a:rPr lang="en-IN" sz="1100">
                <a:solidFill>
                  <a:srgbClr val="188038"/>
                </a:solidFill>
                <a:latin typeface="Roboto Mono"/>
                <a:ea typeface="Roboto Mono"/>
                <a:cs typeface="Roboto Mono"/>
                <a:sym typeface="Roboto Mono"/>
              </a:rPr>
              <a:t>&lt;img src=x onerror=alert(1)&gt;</a:t>
            </a:r>
            <a:endParaRPr sz="1100">
              <a:solidFill>
                <a:srgbClr val="188038"/>
              </a:solidFill>
              <a:latin typeface="Roboto Mono"/>
              <a:ea typeface="Roboto Mono"/>
              <a:cs typeface="Roboto Mono"/>
              <a:sym typeface="Roboto Mono"/>
            </a:endParaRPr>
          </a:p>
          <a:p>
            <a:pPr indent="0" lvl="0" marL="0" rtl="0" algn="l">
              <a:lnSpc>
                <a:spcPct val="115000"/>
              </a:lnSpc>
              <a:spcBef>
                <a:spcPts val="1400"/>
              </a:spcBef>
              <a:spcAft>
                <a:spcPts val="0"/>
              </a:spcAft>
              <a:buNone/>
            </a:pPr>
            <a:r>
              <a:rPr b="1" lang="en-IN" sz="1300">
                <a:solidFill>
                  <a:schemeClr val="dk1"/>
                </a:solidFill>
              </a:rPr>
              <a:t>4) URL / protocol context</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IN" sz="1100">
                <a:solidFill>
                  <a:schemeClr val="dk1"/>
                </a:solidFill>
              </a:rPr>
              <a:t>Input used in </a:t>
            </a:r>
            <a:r>
              <a:rPr lang="en-IN" sz="1100">
                <a:solidFill>
                  <a:srgbClr val="188038"/>
                </a:solidFill>
                <a:latin typeface="Roboto Mono"/>
                <a:ea typeface="Roboto Mono"/>
                <a:cs typeface="Roboto Mono"/>
                <a:sym typeface="Roboto Mono"/>
              </a:rPr>
              <a:t>href</a:t>
            </a:r>
            <a:r>
              <a:rPr lang="en-IN" sz="1100">
                <a:solidFill>
                  <a:schemeClr val="dk1"/>
                </a:solidFill>
              </a:rPr>
              <a:t>, </a:t>
            </a:r>
            <a:r>
              <a:rPr lang="en-IN" sz="1100">
                <a:solidFill>
                  <a:srgbClr val="188038"/>
                </a:solidFill>
                <a:latin typeface="Roboto Mono"/>
                <a:ea typeface="Roboto Mono"/>
                <a:cs typeface="Roboto Mono"/>
                <a:sym typeface="Roboto Mono"/>
              </a:rPr>
              <a:t>src</a:t>
            </a:r>
            <a:r>
              <a:rPr lang="en-IN" sz="1100">
                <a:solidFill>
                  <a:schemeClr val="dk1"/>
                </a:solidFill>
              </a:rPr>
              <a:t>, </a:t>
            </a:r>
            <a:r>
              <a:rPr lang="en-IN" sz="1100">
                <a:solidFill>
                  <a:srgbClr val="188038"/>
                </a:solidFill>
                <a:latin typeface="Roboto Mono"/>
                <a:ea typeface="Roboto Mono"/>
                <a:cs typeface="Roboto Mono"/>
                <a:sym typeface="Roboto Mono"/>
              </a:rPr>
              <a:t>location</a:t>
            </a:r>
            <a:r>
              <a:rPr lang="en-IN" sz="1100">
                <a:solidFill>
                  <a:schemeClr val="dk1"/>
                </a:solidFill>
              </a:rPr>
              <a:t>, </a:t>
            </a:r>
            <a:r>
              <a:rPr lang="en-IN" sz="1100">
                <a:solidFill>
                  <a:srgbClr val="188038"/>
                </a:solidFill>
                <a:latin typeface="Roboto Mono"/>
                <a:ea typeface="Roboto Mono"/>
                <a:cs typeface="Roboto Mono"/>
                <a:sym typeface="Roboto Mono"/>
              </a:rPr>
              <a:t>window.open</a:t>
            </a:r>
            <a:r>
              <a:rPr lang="en-IN" sz="1100">
                <a:solidFill>
                  <a:schemeClr val="dk1"/>
                </a:solidFill>
              </a:rPr>
              <a:t>.</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IN" sz="1100">
                <a:solidFill>
                  <a:schemeClr val="dk1"/>
                </a:solidFill>
              </a:rPr>
              <a:t>Example: </a:t>
            </a:r>
            <a:r>
              <a:rPr lang="en-IN" sz="1100">
                <a:solidFill>
                  <a:srgbClr val="188038"/>
                </a:solidFill>
                <a:latin typeface="Roboto Mono"/>
                <a:ea typeface="Roboto Mono"/>
                <a:cs typeface="Roboto Mono"/>
                <a:sym typeface="Roboto Mono"/>
              </a:rPr>
              <a:t>&lt;a href="javascript:alert(1)"&gt;click&lt;/a&gt;</a:t>
            </a:r>
            <a:endParaRPr sz="1100">
              <a:solidFill>
                <a:srgbClr val="188038"/>
              </a:solidFill>
              <a:latin typeface="Roboto Mono"/>
              <a:ea typeface="Roboto Mono"/>
              <a:cs typeface="Roboto Mono"/>
              <a:sym typeface="Roboto Mono"/>
            </a:endParaRPr>
          </a:p>
          <a:p>
            <a:pPr indent="0" lvl="0" marL="0" rtl="0" algn="l">
              <a:lnSpc>
                <a:spcPct val="115000"/>
              </a:lnSpc>
              <a:spcBef>
                <a:spcPts val="1400"/>
              </a:spcBef>
              <a:spcAft>
                <a:spcPts val="0"/>
              </a:spcAft>
              <a:buNone/>
            </a:pPr>
            <a:r>
              <a:rPr b="1" lang="en-IN" sz="1300">
                <a:solidFill>
                  <a:schemeClr val="dk1"/>
                </a:solidFill>
              </a:rPr>
              <a:t>5) JavaScript context (inside a JS string or code)</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IN" sz="1100">
                <a:solidFill>
                  <a:schemeClr val="dk1"/>
                </a:solidFill>
              </a:rPr>
              <a:t>Input put inside </a:t>
            </a:r>
            <a:r>
              <a:rPr lang="en-IN" sz="1100">
                <a:solidFill>
                  <a:srgbClr val="188038"/>
                </a:solidFill>
                <a:latin typeface="Roboto Mono"/>
                <a:ea typeface="Roboto Mono"/>
                <a:cs typeface="Roboto Mono"/>
                <a:sym typeface="Roboto Mono"/>
              </a:rPr>
              <a:t>&lt;script&gt;var a = 'USER';&lt;/script&gt;</a:t>
            </a:r>
            <a:r>
              <a:rPr lang="en-IN" sz="1100">
                <a:solidFill>
                  <a:schemeClr val="dk1"/>
                </a:solidFill>
              </a:rPr>
              <a:t>.</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IN" sz="1100">
                <a:solidFill>
                  <a:schemeClr val="dk1"/>
                </a:solidFill>
              </a:rPr>
              <a:t>Example payload to break out of string: </a:t>
            </a:r>
            <a:r>
              <a:rPr lang="en-IN" sz="1100">
                <a:solidFill>
                  <a:srgbClr val="188038"/>
                </a:solidFill>
                <a:latin typeface="Roboto Mono"/>
                <a:ea typeface="Roboto Mono"/>
                <a:cs typeface="Roboto Mono"/>
                <a:sym typeface="Roboto Mono"/>
              </a:rPr>
              <a:t>');alert(1);//</a:t>
            </a:r>
            <a:endParaRPr sz="1100">
              <a:solidFill>
                <a:srgbClr val="188038"/>
              </a:solidFill>
              <a:latin typeface="Roboto Mono"/>
              <a:ea typeface="Roboto Mono"/>
              <a:cs typeface="Roboto Mono"/>
              <a:sym typeface="Roboto Mono"/>
            </a:endParaRPr>
          </a:p>
          <a:p>
            <a:pPr indent="-298450" lvl="0" marL="457200" rtl="0" algn="l">
              <a:lnSpc>
                <a:spcPct val="115000"/>
              </a:lnSpc>
              <a:spcBef>
                <a:spcPts val="0"/>
              </a:spcBef>
              <a:spcAft>
                <a:spcPts val="0"/>
              </a:spcAft>
              <a:buClr>
                <a:schemeClr val="dk1"/>
              </a:buClr>
              <a:buSzPts val="1100"/>
              <a:buChar char="●"/>
            </a:pPr>
            <a:r>
              <a:rPr lang="en-IN" sz="1100">
                <a:solidFill>
                  <a:schemeClr val="dk1"/>
                </a:solidFill>
              </a:rPr>
              <a:t>Becomes: </a:t>
            </a:r>
            <a:r>
              <a:rPr lang="en-IN" sz="1100">
                <a:solidFill>
                  <a:srgbClr val="188038"/>
                </a:solidFill>
                <a:latin typeface="Roboto Mono"/>
                <a:ea typeface="Roboto Mono"/>
                <a:cs typeface="Roboto Mono"/>
                <a:sym typeface="Roboto Mono"/>
              </a:rPr>
              <a:t>var a = '';alert(1);//';</a:t>
            </a:r>
            <a:endParaRPr sz="1100">
              <a:solidFill>
                <a:srgbClr val="188038"/>
              </a:solidFill>
              <a:latin typeface="Roboto Mono"/>
              <a:ea typeface="Roboto Mono"/>
              <a:cs typeface="Roboto Mono"/>
              <a:sym typeface="Roboto Mono"/>
            </a:endParaRPr>
          </a:p>
          <a:p>
            <a:pPr indent="0" lvl="0" marL="0" rtl="0" algn="l">
              <a:lnSpc>
                <a:spcPct val="115000"/>
              </a:lnSpc>
              <a:spcBef>
                <a:spcPts val="1400"/>
              </a:spcBef>
              <a:spcAft>
                <a:spcPts val="0"/>
              </a:spcAft>
              <a:buNone/>
            </a:pPr>
            <a:r>
              <a:rPr b="1" lang="en-IN" sz="1300">
                <a:solidFill>
                  <a:schemeClr val="dk1"/>
                </a:solidFill>
              </a:rPr>
              <a:t>6) DOM-based XSS (client-side)</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IN" sz="1100">
                <a:solidFill>
                  <a:schemeClr val="dk1"/>
                </a:solidFill>
              </a:rPr>
              <a:t>The client-side JS reads </a:t>
            </a:r>
            <a:r>
              <a:rPr lang="en-IN" sz="1100">
                <a:solidFill>
                  <a:srgbClr val="188038"/>
                </a:solidFill>
                <a:latin typeface="Roboto Mono"/>
                <a:ea typeface="Roboto Mono"/>
                <a:cs typeface="Roboto Mono"/>
                <a:sym typeface="Roboto Mono"/>
              </a:rPr>
              <a:t>location</a:t>
            </a:r>
            <a:r>
              <a:rPr lang="en-IN" sz="1100">
                <a:solidFill>
                  <a:schemeClr val="dk1"/>
                </a:solidFill>
              </a:rPr>
              <a:t>, </a:t>
            </a:r>
            <a:r>
              <a:rPr lang="en-IN" sz="1100">
                <a:solidFill>
                  <a:srgbClr val="188038"/>
                </a:solidFill>
                <a:latin typeface="Roboto Mono"/>
                <a:ea typeface="Roboto Mono"/>
                <a:cs typeface="Roboto Mono"/>
                <a:sym typeface="Roboto Mono"/>
              </a:rPr>
              <a:t>hash</a:t>
            </a:r>
            <a:r>
              <a:rPr lang="en-IN" sz="1100">
                <a:solidFill>
                  <a:schemeClr val="dk1"/>
                </a:solidFill>
              </a:rPr>
              <a:t>, </a:t>
            </a:r>
            <a:r>
              <a:rPr lang="en-IN" sz="1100">
                <a:solidFill>
                  <a:srgbClr val="188038"/>
                </a:solidFill>
                <a:latin typeface="Roboto Mono"/>
                <a:ea typeface="Roboto Mono"/>
                <a:cs typeface="Roboto Mono"/>
                <a:sym typeface="Roboto Mono"/>
              </a:rPr>
              <a:t>document.referrer</a:t>
            </a:r>
            <a:r>
              <a:rPr lang="en-IN" sz="1100">
                <a:solidFill>
                  <a:schemeClr val="dk1"/>
                </a:solidFill>
              </a:rPr>
              <a:t>, or user input and uses </a:t>
            </a:r>
            <a:r>
              <a:rPr lang="en-IN" sz="1100">
                <a:solidFill>
                  <a:srgbClr val="188038"/>
                </a:solidFill>
                <a:latin typeface="Roboto Mono"/>
                <a:ea typeface="Roboto Mono"/>
                <a:cs typeface="Roboto Mono"/>
                <a:sym typeface="Roboto Mono"/>
              </a:rPr>
              <a:t>innerHTML</a:t>
            </a:r>
            <a:r>
              <a:rPr lang="en-IN" sz="1100">
                <a:solidFill>
                  <a:schemeClr val="dk1"/>
                </a:solidFill>
              </a:rPr>
              <a:t>, </a:t>
            </a:r>
            <a:r>
              <a:rPr lang="en-IN" sz="1100">
                <a:solidFill>
                  <a:srgbClr val="188038"/>
                </a:solidFill>
                <a:latin typeface="Roboto Mono"/>
                <a:ea typeface="Roboto Mono"/>
                <a:cs typeface="Roboto Mono"/>
                <a:sym typeface="Roboto Mono"/>
              </a:rPr>
              <a:t>document.write</a:t>
            </a:r>
            <a:r>
              <a:rPr lang="en-IN" sz="1100">
                <a:solidFill>
                  <a:schemeClr val="dk1"/>
                </a:solidFill>
              </a:rPr>
              <a:t>, </a:t>
            </a:r>
            <a:r>
              <a:rPr lang="en-IN" sz="1100">
                <a:solidFill>
                  <a:srgbClr val="188038"/>
                </a:solidFill>
                <a:latin typeface="Roboto Mono"/>
                <a:ea typeface="Roboto Mono"/>
                <a:cs typeface="Roboto Mono"/>
                <a:sym typeface="Roboto Mono"/>
              </a:rPr>
              <a:t>eval</a:t>
            </a:r>
            <a:r>
              <a:rPr lang="en-IN" sz="1100">
                <a:solidFill>
                  <a:schemeClr val="dk1"/>
                </a:solidFill>
              </a:rPr>
              <a:t>, etc.</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IN" sz="1100">
                <a:solidFill>
                  <a:schemeClr val="dk1"/>
                </a:solidFill>
              </a:rPr>
              <a:t>Example URL: </a:t>
            </a:r>
            <a:r>
              <a:rPr lang="en-IN" sz="1100">
                <a:solidFill>
                  <a:srgbClr val="188038"/>
                </a:solidFill>
                <a:latin typeface="Roboto Mono"/>
                <a:ea typeface="Roboto Mono"/>
                <a:cs typeface="Roboto Mono"/>
                <a:sym typeface="Roboto Mono"/>
              </a:rPr>
              <a:t>http://site/?q=&lt;script&gt;alert(1)&lt;/script&gt;</a:t>
            </a:r>
            <a:endParaRPr sz="1100">
              <a:solidFill>
                <a:srgbClr val="188038"/>
              </a:solidFill>
              <a:latin typeface="Roboto Mono"/>
              <a:ea typeface="Roboto Mono"/>
              <a:cs typeface="Roboto Mono"/>
              <a:sym typeface="Roboto Mono"/>
            </a:endParaRPr>
          </a:p>
          <a:p>
            <a:pPr indent="-298450" lvl="0" marL="457200" rtl="0" algn="l">
              <a:lnSpc>
                <a:spcPct val="115000"/>
              </a:lnSpc>
              <a:spcBef>
                <a:spcPts val="0"/>
              </a:spcBef>
              <a:spcAft>
                <a:spcPts val="0"/>
              </a:spcAft>
              <a:buClr>
                <a:schemeClr val="dk1"/>
              </a:buClr>
              <a:buSzPts val="1100"/>
              <a:buChar char="●"/>
            </a:pPr>
            <a:r>
              <a:rPr lang="en-IN" sz="1100">
                <a:solidFill>
                  <a:schemeClr val="dk1"/>
                </a:solidFill>
              </a:rPr>
              <a:t> If client JS does </a:t>
            </a:r>
            <a:r>
              <a:rPr lang="en-IN" sz="1100">
                <a:solidFill>
                  <a:srgbClr val="188038"/>
                </a:solidFill>
                <a:latin typeface="Roboto Mono"/>
                <a:ea typeface="Roboto Mono"/>
                <a:cs typeface="Roboto Mono"/>
                <a:sym typeface="Roboto Mono"/>
              </a:rPr>
              <a:t>el.innerHTML = location.search.substring(3)</a:t>
            </a:r>
            <a:r>
              <a:rPr lang="en-IN" sz="1100">
                <a:solidFill>
                  <a:schemeClr val="dk1"/>
                </a:solidFill>
              </a:rPr>
              <a:t>, the script executes.</a:t>
            </a:r>
            <a:endParaRPr sz="1100">
              <a:solidFill>
                <a:schemeClr val="dk1"/>
              </a:solidFill>
            </a:endParaRPr>
          </a:p>
          <a:p>
            <a:pPr indent="0" lvl="0" marL="0" rtl="0" algn="l">
              <a:lnSpc>
                <a:spcPct val="115000"/>
              </a:lnSpc>
              <a:spcBef>
                <a:spcPts val="1200"/>
              </a:spcBef>
              <a:spcAft>
                <a:spcPts val="0"/>
              </a:spcAft>
              <a:buNone/>
            </a:pPr>
            <a:r>
              <a:t/>
            </a:r>
            <a:endParaRPr sz="1100">
              <a:solidFill>
                <a:srgbClr val="188038"/>
              </a:solidFill>
              <a:latin typeface="Roboto Mono"/>
              <a:ea typeface="Roboto Mono"/>
              <a:cs typeface="Roboto Mono"/>
              <a:sym typeface="Roboto Mono"/>
            </a:endParaRPr>
          </a:p>
          <a:p>
            <a:pPr indent="0" lvl="0" marL="0" rtl="0" algn="l">
              <a:lnSpc>
                <a:spcPct val="115000"/>
              </a:lnSpc>
              <a:spcBef>
                <a:spcPts val="1200"/>
              </a:spcBef>
              <a:spcAft>
                <a:spcPts val="0"/>
              </a:spcAft>
              <a:buNone/>
            </a:pPr>
            <a:r>
              <a:t/>
            </a:r>
            <a:endParaRPr sz="1100">
              <a:solidFill>
                <a:srgbClr val="188038"/>
              </a:solidFill>
              <a:latin typeface="Roboto Mono"/>
              <a:ea typeface="Roboto Mono"/>
              <a:cs typeface="Roboto Mono"/>
              <a:sym typeface="Roboto Mono"/>
            </a:endParaRPr>
          </a:p>
          <a:p>
            <a:pPr indent="0" lvl="0" marL="0" rtl="0" algn="l">
              <a:spcBef>
                <a:spcPts val="1200"/>
              </a:spcBef>
              <a:spcAft>
                <a:spcPts val="0"/>
              </a:spcAft>
              <a:buNone/>
            </a:pPr>
            <a:r>
              <a:t/>
            </a:r>
            <a:endParaRPr sz="1800">
              <a:solidFill>
                <a:srgbClr val="3F3F3F"/>
              </a:solidFill>
              <a:latin typeface="Meiryo"/>
              <a:ea typeface="Meiryo"/>
              <a:cs typeface="Meiryo"/>
              <a:sym typeface="Meiryo"/>
            </a:endParaRPr>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7" name="Shape 567"/>
        <p:cNvGrpSpPr/>
        <p:nvPr/>
      </p:nvGrpSpPr>
      <p:grpSpPr>
        <a:xfrm>
          <a:off x="0" y="0"/>
          <a:ext cx="0" cy="0"/>
          <a:chOff x="0" y="0"/>
          <a:chExt cx="0" cy="0"/>
        </a:xfrm>
      </p:grpSpPr>
      <p:sp>
        <p:nvSpPr>
          <p:cNvPr id="568" name="Google Shape;568;g39514df9559_0_75"/>
          <p:cNvSpPr txBox="1"/>
          <p:nvPr/>
        </p:nvSpPr>
        <p:spPr>
          <a:xfrm>
            <a:off x="462650" y="0"/>
            <a:ext cx="10698600" cy="37308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400"/>
              </a:spcBef>
              <a:spcAft>
                <a:spcPts val="0"/>
              </a:spcAft>
              <a:buNone/>
            </a:pPr>
            <a:r>
              <a:rPr b="1" lang="en-IN" sz="1300">
                <a:solidFill>
                  <a:schemeClr val="dk1"/>
                </a:solidFill>
              </a:rPr>
              <a:t>7) SVG &amp; XML contexts</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IN" sz="1100">
                <a:solidFill>
                  <a:schemeClr val="dk1"/>
                </a:solidFill>
              </a:rPr>
              <a:t>SVG elements support event handlers and can contain script.</a:t>
            </a:r>
            <a:endParaRPr sz="1100">
              <a:solidFill>
                <a:schemeClr val="dk1"/>
              </a:solidFill>
            </a:endParaRPr>
          </a:p>
          <a:p>
            <a:pPr indent="0" lvl="0" marL="0" rtl="0" algn="l">
              <a:lnSpc>
                <a:spcPct val="115000"/>
              </a:lnSpc>
              <a:spcBef>
                <a:spcPts val="1400"/>
              </a:spcBef>
              <a:spcAft>
                <a:spcPts val="0"/>
              </a:spcAft>
              <a:buNone/>
            </a:pPr>
            <a:r>
              <a:rPr b="1" lang="en-IN" sz="1300">
                <a:solidFill>
                  <a:schemeClr val="dk1"/>
                </a:solidFill>
              </a:rPr>
              <a:t>8) CSS / style injection (less common but possible)</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IN" sz="1100">
                <a:solidFill>
                  <a:schemeClr val="dk1"/>
                </a:solidFill>
              </a:rPr>
              <a:t>Input injected into </a:t>
            </a:r>
            <a:r>
              <a:rPr lang="en-IN" sz="1100">
                <a:solidFill>
                  <a:srgbClr val="188038"/>
                </a:solidFill>
                <a:latin typeface="Roboto Mono"/>
                <a:ea typeface="Roboto Mono"/>
                <a:cs typeface="Roboto Mono"/>
                <a:sym typeface="Roboto Mono"/>
              </a:rPr>
              <a:t>&lt;style&gt;</a:t>
            </a:r>
            <a:r>
              <a:rPr lang="en-IN" sz="1100">
                <a:solidFill>
                  <a:schemeClr val="dk1"/>
                </a:solidFill>
              </a:rPr>
              <a:t> or </a:t>
            </a:r>
            <a:r>
              <a:rPr lang="en-IN" sz="1100">
                <a:solidFill>
                  <a:srgbClr val="188038"/>
                </a:solidFill>
                <a:latin typeface="Roboto Mono"/>
                <a:ea typeface="Roboto Mono"/>
                <a:cs typeface="Roboto Mono"/>
                <a:sym typeface="Roboto Mono"/>
              </a:rPr>
              <a:t>style</a:t>
            </a:r>
            <a:r>
              <a:rPr lang="en-IN" sz="1100">
                <a:solidFill>
                  <a:schemeClr val="dk1"/>
                </a:solidFill>
              </a:rPr>
              <a:t> attribute might be abused (or cause behavior changes).</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IN" sz="1100">
                <a:solidFill>
                  <a:schemeClr val="dk1"/>
                </a:solidFill>
              </a:rPr>
              <a:t>Example (older or exotic browsers): CSS </a:t>
            </a:r>
            <a:r>
              <a:rPr lang="en-IN" sz="1100">
                <a:solidFill>
                  <a:srgbClr val="188038"/>
                </a:solidFill>
                <a:latin typeface="Roboto Mono"/>
                <a:ea typeface="Roboto Mono"/>
                <a:cs typeface="Roboto Mono"/>
                <a:sym typeface="Roboto Mono"/>
              </a:rPr>
              <a:t>expression()</a:t>
            </a:r>
            <a:r>
              <a:rPr lang="en-IN" sz="1100">
                <a:solidFill>
                  <a:schemeClr val="dk1"/>
                </a:solidFill>
              </a:rPr>
              <a:t> or </a:t>
            </a:r>
            <a:r>
              <a:rPr lang="en-IN" sz="1100">
                <a:solidFill>
                  <a:srgbClr val="188038"/>
                </a:solidFill>
                <a:latin typeface="Roboto Mono"/>
                <a:ea typeface="Roboto Mono"/>
                <a:cs typeface="Roboto Mono"/>
                <a:sym typeface="Roboto Mono"/>
              </a:rPr>
              <a:t>url(javascript:...)</a:t>
            </a:r>
            <a:r>
              <a:rPr lang="en-IN" sz="1100">
                <a:solidFill>
                  <a:schemeClr val="dk1"/>
                </a:solidFill>
              </a:rPr>
              <a:t> (rare/blocked in modern browsers).</a:t>
            </a:r>
            <a:endParaRPr sz="1100">
              <a:solidFill>
                <a:schemeClr val="dk1"/>
              </a:solidFill>
            </a:endParaRPr>
          </a:p>
          <a:p>
            <a:pPr indent="0" lvl="0" marL="0" rtl="0" algn="l">
              <a:lnSpc>
                <a:spcPct val="115000"/>
              </a:lnSpc>
              <a:spcBef>
                <a:spcPts val="1400"/>
              </a:spcBef>
              <a:spcAft>
                <a:spcPts val="0"/>
              </a:spcAft>
              <a:buNone/>
            </a:pPr>
            <a:r>
              <a:rPr b="1" lang="en-IN" sz="1300">
                <a:solidFill>
                  <a:schemeClr val="dk1"/>
                </a:solidFill>
              </a:rPr>
              <a:t>9) srcdoc / iframe / data URI</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IN" sz="1100">
                <a:solidFill>
                  <a:schemeClr val="dk1"/>
                </a:solidFill>
              </a:rPr>
              <a:t>Inserting user data into an iframe </a:t>
            </a:r>
            <a:r>
              <a:rPr lang="en-IN" sz="1100">
                <a:solidFill>
                  <a:srgbClr val="188038"/>
                </a:solidFill>
                <a:latin typeface="Roboto Mono"/>
                <a:ea typeface="Roboto Mono"/>
                <a:cs typeface="Roboto Mono"/>
                <a:sym typeface="Roboto Mono"/>
              </a:rPr>
              <a:t>srcdoc</a:t>
            </a:r>
            <a:r>
              <a:rPr lang="en-IN" sz="1100">
                <a:solidFill>
                  <a:schemeClr val="dk1"/>
                </a:solidFill>
              </a:rPr>
              <a:t> or data URI can run HTML/JS.</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IN" sz="1100">
                <a:solidFill>
                  <a:schemeClr val="dk1"/>
                </a:solidFill>
              </a:rPr>
              <a:t>Example: </a:t>
            </a:r>
            <a:r>
              <a:rPr lang="en-IN" sz="1100">
                <a:solidFill>
                  <a:srgbClr val="188038"/>
                </a:solidFill>
                <a:latin typeface="Roboto Mono"/>
                <a:ea typeface="Roboto Mono"/>
                <a:cs typeface="Roboto Mono"/>
                <a:sym typeface="Roboto Mono"/>
              </a:rPr>
              <a:t>&lt;iframe srcdoc="USER_INPUT"&gt;&lt;/iframe&gt;</a:t>
            </a:r>
            <a:br>
              <a:rPr lang="en-IN" sz="1100">
                <a:solidFill>
                  <a:srgbClr val="188038"/>
                </a:solidFill>
                <a:latin typeface="Roboto Mono"/>
                <a:ea typeface="Roboto Mono"/>
                <a:cs typeface="Roboto Mono"/>
                <a:sym typeface="Roboto Mono"/>
              </a:rPr>
            </a:br>
            <a:endParaRPr sz="1100">
              <a:solidFill>
                <a:srgbClr val="188038"/>
              </a:solidFill>
              <a:latin typeface="Roboto Mono"/>
              <a:ea typeface="Roboto Mono"/>
              <a:cs typeface="Roboto Mono"/>
              <a:sym typeface="Roboto Mono"/>
            </a:endParaRPr>
          </a:p>
          <a:p>
            <a:pPr indent="0" lvl="0" marL="457200" rtl="0" algn="l">
              <a:lnSpc>
                <a:spcPct val="115000"/>
              </a:lnSpc>
              <a:spcBef>
                <a:spcPts val="1200"/>
              </a:spcBef>
              <a:spcAft>
                <a:spcPts val="0"/>
              </a:spcAft>
              <a:buNone/>
            </a:pPr>
            <a:br>
              <a:rPr lang="en-IN" sz="1100">
                <a:solidFill>
                  <a:schemeClr val="dk1"/>
                </a:solidFill>
              </a:rPr>
            </a:br>
            <a:endParaRPr sz="1100">
              <a:solidFill>
                <a:schemeClr val="dk1"/>
              </a:solidFill>
            </a:endParaRPr>
          </a:p>
          <a:p>
            <a:pPr indent="0" lvl="0" marL="0" rtl="0" algn="l">
              <a:lnSpc>
                <a:spcPct val="115000"/>
              </a:lnSpc>
              <a:spcBef>
                <a:spcPts val="1200"/>
              </a:spcBef>
              <a:spcAft>
                <a:spcPts val="1200"/>
              </a:spcAft>
              <a:buNone/>
            </a:pPr>
            <a:r>
              <a:t/>
            </a:r>
            <a:endParaRPr sz="1100">
              <a:solidFill>
                <a:schemeClr val="dk1"/>
              </a:solidFill>
            </a:endParaRPr>
          </a:p>
        </p:txBody>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3" name="Shape 573"/>
        <p:cNvGrpSpPr/>
        <p:nvPr/>
      </p:nvGrpSpPr>
      <p:grpSpPr>
        <a:xfrm>
          <a:off x="0" y="0"/>
          <a:ext cx="0" cy="0"/>
          <a:chOff x="0" y="0"/>
          <a:chExt cx="0" cy="0"/>
        </a:xfrm>
      </p:grpSpPr>
      <p:sp>
        <p:nvSpPr>
          <p:cNvPr id="574" name="Google Shape;574;g39514df9559_0_67"/>
          <p:cNvSpPr txBox="1"/>
          <p:nvPr/>
        </p:nvSpPr>
        <p:spPr>
          <a:xfrm>
            <a:off x="0" y="0"/>
            <a:ext cx="12041400" cy="70005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2400"/>
              </a:spcBef>
              <a:spcAft>
                <a:spcPts val="0"/>
              </a:spcAft>
              <a:buNone/>
            </a:pPr>
            <a:r>
              <a:rPr b="1" lang="en-IN" sz="2300">
                <a:solidFill>
                  <a:schemeClr val="dk1"/>
                </a:solidFill>
              </a:rPr>
              <a:t>What can happen if cookies/session cookies are stolen</a:t>
            </a:r>
            <a:endParaRPr b="1" sz="2300">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IN" sz="1100">
                <a:solidFill>
                  <a:schemeClr val="dk1"/>
                </a:solidFill>
              </a:rPr>
              <a:t>Account takeover / impersonation</a:t>
            </a:r>
            <a:br>
              <a:rPr b="1" lang="en-IN" sz="1100">
                <a:solidFill>
                  <a:schemeClr val="dk1"/>
                </a:solidFill>
              </a:rPr>
            </a:br>
            <a:r>
              <a:rPr lang="en-IN" sz="1100">
                <a:solidFill>
                  <a:schemeClr val="dk1"/>
                </a:solidFill>
              </a:rPr>
              <a:t> A session cookie often represents an authenticated session. If an attacker can present that cookie to the server, the server may treat them as the legitimate user and allow actions as     that user (viewing private data, posting, changing settings).</a:t>
            </a:r>
            <a:br>
              <a:rPr lang="en-IN" sz="1100">
                <a:solidFill>
                  <a:schemeClr val="dk1"/>
                </a:solidFill>
              </a:rPr>
            </a:br>
            <a:r>
              <a:rPr lang="en-IN" sz="1100">
                <a:solidFill>
                  <a:schemeClr val="dk1"/>
                </a:solidFill>
              </a:rPr>
              <a:t> </a:t>
            </a:r>
            <a:r>
              <a:rPr i="1" lang="en-IN" sz="1100">
                <a:solidFill>
                  <a:schemeClr val="dk1"/>
                </a:solidFill>
              </a:rPr>
              <a:t>Impact level:</a:t>
            </a:r>
            <a:r>
              <a:rPr lang="en-IN" sz="1100">
                <a:solidFill>
                  <a:schemeClr val="dk1"/>
                </a:solidFill>
              </a:rPr>
              <a:t> high for accounts with sensitive data or privileged access.</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b="1" lang="en-IN" sz="1100">
                <a:solidFill>
                  <a:schemeClr val="dk1"/>
                </a:solidFill>
              </a:rPr>
              <a:t>Data exfiltration &amp; privacy breach</a:t>
            </a:r>
            <a:br>
              <a:rPr b="1" lang="en-IN" sz="1100">
                <a:solidFill>
                  <a:schemeClr val="dk1"/>
                </a:solidFill>
              </a:rPr>
            </a:br>
            <a:r>
              <a:rPr lang="en-IN" sz="1100">
                <a:solidFill>
                  <a:schemeClr val="dk1"/>
                </a:solidFill>
              </a:rPr>
              <a:t> The attacker can read whatever the compromised account can access: messages, personal info, financial data, private repositories, etc.</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b="1" lang="en-IN" sz="1100">
                <a:solidFill>
                  <a:schemeClr val="dk1"/>
                </a:solidFill>
              </a:rPr>
              <a:t>Actions on behalf of the user</a:t>
            </a:r>
            <a:br>
              <a:rPr b="1" lang="en-IN" sz="1100">
                <a:solidFill>
                  <a:schemeClr val="dk1"/>
                </a:solidFill>
              </a:rPr>
            </a:br>
            <a:r>
              <a:rPr lang="en-IN" sz="1100">
                <a:solidFill>
                  <a:schemeClr val="dk1"/>
                </a:solidFill>
              </a:rPr>
              <a:t> Posting content, sending messages, making purchases, or changing account settings (email/phone/password) — depending on what the webapp allows and whether additional checks are in place.</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b="1" lang="en-IN" sz="1100">
                <a:solidFill>
                  <a:schemeClr val="dk1"/>
                </a:solidFill>
              </a:rPr>
              <a:t>Chaining into other attacks</a:t>
            </a:r>
            <a:br>
              <a:rPr b="1" lang="en-IN" sz="1100">
                <a:solidFill>
                  <a:schemeClr val="dk1"/>
                </a:solidFill>
              </a:rPr>
            </a:br>
            <a:r>
              <a:rPr lang="en-IN" sz="1100">
                <a:solidFill>
                  <a:schemeClr val="dk1"/>
                </a:solidFill>
              </a:rPr>
              <a:t> An attacker may use the account to send phishing, escalate within an organization, or gather information that enables further compromise (social engineering, privilege escalation).</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b="1" lang="en-IN" sz="1100">
                <a:solidFill>
                  <a:schemeClr val="dk1"/>
                </a:solidFill>
              </a:rPr>
              <a:t>Session replay across devices</a:t>
            </a:r>
            <a:br>
              <a:rPr b="1" lang="en-IN" sz="1100">
                <a:solidFill>
                  <a:schemeClr val="dk1"/>
                </a:solidFill>
              </a:rPr>
            </a:br>
            <a:r>
              <a:rPr lang="en-IN" sz="1100">
                <a:solidFill>
                  <a:schemeClr val="dk1"/>
                </a:solidFill>
              </a:rPr>
              <a:t> If session tokens aren’t bound to client properties, they may be valid from any location and device, enabling remote misuse.</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b="1" lang="en-IN" sz="1100">
                <a:solidFill>
                  <a:schemeClr val="dk1"/>
                </a:solidFill>
              </a:rPr>
              <a:t>Persistent access via stolen persistent cookies</a:t>
            </a:r>
            <a:br>
              <a:rPr b="1" lang="en-IN" sz="1100">
                <a:solidFill>
                  <a:schemeClr val="dk1"/>
                </a:solidFill>
              </a:rPr>
            </a:br>
            <a:r>
              <a:rPr lang="en-IN" sz="1100">
                <a:solidFill>
                  <a:schemeClr val="dk1"/>
                </a:solidFill>
              </a:rPr>
              <a:t> If persistent cookies (with long expiry) are stolen, access can last long unless server-side invalidation occurs.</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b="1" lang="en-IN" sz="1100">
                <a:solidFill>
                  <a:schemeClr val="dk1"/>
                </a:solidFill>
              </a:rPr>
              <a:t>Abuse of linked services</a:t>
            </a:r>
            <a:br>
              <a:rPr b="1" lang="en-IN" sz="1100">
                <a:solidFill>
                  <a:schemeClr val="dk1"/>
                </a:solidFill>
              </a:rPr>
            </a:br>
            <a:r>
              <a:rPr lang="en-IN" sz="1100">
                <a:solidFill>
                  <a:schemeClr val="dk1"/>
                </a:solidFill>
              </a:rPr>
              <a:t> Accounts often have API access or connected services — those can be abused too (e.g., cloud console, payment services) if tokens permit.</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b="1" lang="en-IN" sz="1100">
                <a:solidFill>
                  <a:schemeClr val="dk1"/>
                </a:solidFill>
              </a:rPr>
              <a:t>Reputational / legal / financial damage</a:t>
            </a:r>
            <a:br>
              <a:rPr b="1" lang="en-IN" sz="1100">
                <a:solidFill>
                  <a:schemeClr val="dk1"/>
                </a:solidFill>
              </a:rPr>
            </a:br>
            <a:r>
              <a:rPr lang="en-IN" sz="1100">
                <a:solidFill>
                  <a:schemeClr val="dk1"/>
                </a:solidFill>
              </a:rPr>
              <a:t> For individuals and organizations: reputational loss, compliance breaches, financial losses, regulatory fines.</a:t>
            </a:r>
            <a:endParaRPr sz="1100">
              <a:solidFill>
                <a:schemeClr val="dk1"/>
              </a:solidFill>
            </a:endParaRPr>
          </a:p>
          <a:p>
            <a:pPr indent="0" lvl="0" marL="0" rtl="0" algn="l">
              <a:lnSpc>
                <a:spcPct val="115000"/>
              </a:lnSpc>
              <a:spcBef>
                <a:spcPts val="2400"/>
              </a:spcBef>
              <a:spcAft>
                <a:spcPts val="0"/>
              </a:spcAft>
              <a:buClr>
                <a:schemeClr val="dk1"/>
              </a:buClr>
              <a:buSzPts val="1100"/>
              <a:buFont typeface="Arial"/>
              <a:buNone/>
            </a:pPr>
            <a:r>
              <a:rPr b="1" lang="en-IN" sz="2300">
                <a:solidFill>
                  <a:schemeClr val="dk1"/>
                </a:solidFill>
              </a:rPr>
              <a:t>What </a:t>
            </a:r>
            <a:r>
              <a:rPr b="1" i="1" lang="en-IN" sz="2300">
                <a:solidFill>
                  <a:schemeClr val="dk1"/>
                </a:solidFill>
              </a:rPr>
              <a:t>limits</a:t>
            </a:r>
            <a:r>
              <a:rPr b="1" lang="en-IN" sz="2300">
                <a:solidFill>
                  <a:schemeClr val="dk1"/>
                </a:solidFill>
              </a:rPr>
              <a:t> the attacker’s abilities</a:t>
            </a:r>
            <a:endParaRPr b="1" sz="2300">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IN" sz="1100">
                <a:solidFill>
                  <a:schemeClr val="dk1"/>
                </a:solidFill>
              </a:rPr>
              <a:t>Server-side protections</a:t>
            </a:r>
            <a:r>
              <a:rPr lang="en-IN" sz="1100">
                <a:solidFill>
                  <a:schemeClr val="dk1"/>
                </a:solidFill>
              </a:rPr>
              <a:t> — e.g., re-authentication for sensitive actions (enter password / 2FA) can limit damage.</a:t>
            </a:r>
            <a:br>
              <a:rPr lang="en-IN" sz="1100">
                <a:solidFill>
                  <a:schemeClr val="dk1"/>
                </a:solidFill>
              </a:rPr>
            </a:b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b="1" lang="en-IN" sz="1100">
                <a:solidFill>
                  <a:schemeClr val="dk1"/>
                </a:solidFill>
              </a:rPr>
              <a:t>Cookie flags</a:t>
            </a:r>
            <a:r>
              <a:rPr lang="en-IN" sz="1100">
                <a:solidFill>
                  <a:schemeClr val="dk1"/>
                </a:solidFill>
              </a:rPr>
              <a:t> — </a:t>
            </a:r>
            <a:r>
              <a:rPr lang="en-IN" sz="1100">
                <a:solidFill>
                  <a:srgbClr val="188038"/>
                </a:solidFill>
                <a:latin typeface="Roboto Mono"/>
                <a:ea typeface="Roboto Mono"/>
                <a:cs typeface="Roboto Mono"/>
                <a:sym typeface="Roboto Mono"/>
              </a:rPr>
              <a:t>HttpOnly</a:t>
            </a:r>
            <a:r>
              <a:rPr lang="en-IN" sz="1100">
                <a:solidFill>
                  <a:schemeClr val="dk1"/>
                </a:solidFill>
              </a:rPr>
              <a:t>, </a:t>
            </a:r>
            <a:r>
              <a:rPr lang="en-IN" sz="1100">
                <a:solidFill>
                  <a:srgbClr val="188038"/>
                </a:solidFill>
                <a:latin typeface="Roboto Mono"/>
                <a:ea typeface="Roboto Mono"/>
                <a:cs typeface="Roboto Mono"/>
                <a:sym typeface="Roboto Mono"/>
              </a:rPr>
              <a:t>Secure</a:t>
            </a:r>
            <a:r>
              <a:rPr lang="en-IN" sz="1100">
                <a:solidFill>
                  <a:schemeClr val="dk1"/>
                </a:solidFill>
              </a:rPr>
              <a:t>, and </a:t>
            </a:r>
            <a:r>
              <a:rPr lang="en-IN" sz="1100">
                <a:solidFill>
                  <a:srgbClr val="188038"/>
                </a:solidFill>
                <a:latin typeface="Roboto Mono"/>
                <a:ea typeface="Roboto Mono"/>
                <a:cs typeface="Roboto Mono"/>
                <a:sym typeface="Roboto Mono"/>
              </a:rPr>
              <a:t>SameSite</a:t>
            </a:r>
            <a:r>
              <a:rPr lang="en-IN" sz="1100">
                <a:solidFill>
                  <a:schemeClr val="dk1"/>
                </a:solidFill>
              </a:rPr>
              <a:t> mitigate common theft vectors.</a:t>
            </a:r>
            <a:br>
              <a:rPr lang="en-IN" sz="1100">
                <a:solidFill>
                  <a:schemeClr val="dk1"/>
                </a:solidFill>
              </a:rPr>
            </a:b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b="1" lang="en-IN" sz="1100">
                <a:solidFill>
                  <a:schemeClr val="dk1"/>
                </a:solidFill>
              </a:rPr>
              <a:t>Session binding</a:t>
            </a:r>
            <a:r>
              <a:rPr lang="en-IN" sz="1100">
                <a:solidFill>
                  <a:schemeClr val="dk1"/>
                </a:solidFill>
              </a:rPr>
              <a:t> — tying session to IP, device fingerprint, or user-agent reduces replay (but can harm UX).</a:t>
            </a:r>
            <a:br>
              <a:rPr lang="en-IN" sz="1100">
                <a:solidFill>
                  <a:schemeClr val="dk1"/>
                </a:solidFill>
              </a:rPr>
            </a:b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b="1" lang="en-IN" sz="1100">
                <a:solidFill>
                  <a:schemeClr val="dk1"/>
                </a:solidFill>
              </a:rPr>
              <a:t>Short lifetimes and rotation</a:t>
            </a:r>
            <a:r>
              <a:rPr lang="en-IN" sz="1100">
                <a:solidFill>
                  <a:schemeClr val="dk1"/>
                </a:solidFill>
              </a:rPr>
              <a:t> — short session TTLs and rotating tokens limit exposure window.</a:t>
            </a:r>
            <a:endParaRPr sz="1100">
              <a:solidFill>
                <a:schemeClr val="dk1"/>
              </a:solidFill>
            </a:endParaRPr>
          </a:p>
          <a:p>
            <a:pPr indent="0" lvl="0" marL="0" rtl="0" algn="l">
              <a:lnSpc>
                <a:spcPct val="115000"/>
              </a:lnSpc>
              <a:spcBef>
                <a:spcPts val="1200"/>
              </a:spcBef>
              <a:spcAft>
                <a:spcPts val="1200"/>
              </a:spcAft>
              <a:buNone/>
            </a:pPr>
            <a:r>
              <a:t/>
            </a:r>
            <a:endParaRPr sz="1100">
              <a:solidFill>
                <a:schemeClr val="dk1"/>
              </a:solidFill>
            </a:endParaRPr>
          </a:p>
        </p:txBody>
      </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9" name="Shape 579"/>
        <p:cNvGrpSpPr/>
        <p:nvPr/>
      </p:nvGrpSpPr>
      <p:grpSpPr>
        <a:xfrm>
          <a:off x="0" y="0"/>
          <a:ext cx="0" cy="0"/>
          <a:chOff x="0" y="0"/>
          <a:chExt cx="0" cy="0"/>
        </a:xfrm>
      </p:grpSpPr>
      <p:sp>
        <p:nvSpPr>
          <p:cNvPr id="580" name="Google Shape;580;g3951a309050_0_156"/>
          <p:cNvSpPr txBox="1"/>
          <p:nvPr/>
        </p:nvSpPr>
        <p:spPr>
          <a:xfrm>
            <a:off x="184175" y="305150"/>
            <a:ext cx="11655900" cy="7216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IN" sz="1800">
                <a:solidFill>
                  <a:srgbClr val="3F3F3F"/>
                </a:solidFill>
                <a:latin typeface="Meiryo"/>
                <a:ea typeface="Meiryo"/>
                <a:cs typeface="Meiryo"/>
                <a:sym typeface="Meiryo"/>
              </a:rPr>
              <a:t>3. Authorisation Bypass </a:t>
            </a:r>
            <a:endParaRPr sz="1800">
              <a:solidFill>
                <a:srgbClr val="3F3F3F"/>
              </a:solidFill>
              <a:latin typeface="Meiryo"/>
              <a:ea typeface="Meiryo"/>
              <a:cs typeface="Meiryo"/>
              <a:sym typeface="Meiryo"/>
            </a:endParaRPr>
          </a:p>
          <a:p>
            <a:pPr indent="0" lvl="0" marL="0" rtl="0" algn="l">
              <a:lnSpc>
                <a:spcPct val="115000"/>
              </a:lnSpc>
              <a:spcBef>
                <a:spcPts val="1200"/>
              </a:spcBef>
              <a:spcAft>
                <a:spcPts val="0"/>
              </a:spcAft>
              <a:buClr>
                <a:schemeClr val="dk1"/>
              </a:buClr>
              <a:buSzPts val="1100"/>
              <a:buFont typeface="Arial"/>
              <a:buNone/>
            </a:pPr>
            <a:r>
              <a:rPr b="1" lang="en-IN" sz="1500">
                <a:solidFill>
                  <a:schemeClr val="dk1"/>
                </a:solidFill>
                <a:latin typeface="Times New Roman"/>
                <a:ea typeface="Times New Roman"/>
                <a:cs typeface="Times New Roman"/>
                <a:sym typeface="Times New Roman"/>
              </a:rPr>
              <a:t>Authorization bypass</a:t>
            </a:r>
            <a:r>
              <a:rPr lang="en-IN" sz="1500">
                <a:solidFill>
                  <a:schemeClr val="dk1"/>
                </a:solidFill>
                <a:latin typeface="Times New Roman"/>
                <a:ea typeface="Times New Roman"/>
                <a:cs typeface="Times New Roman"/>
                <a:sym typeface="Times New Roman"/>
              </a:rPr>
              <a:t> is a type of </a:t>
            </a:r>
            <a:r>
              <a:rPr b="1" lang="en-IN" sz="1500">
                <a:solidFill>
                  <a:schemeClr val="dk1"/>
                </a:solidFill>
                <a:latin typeface="Times New Roman"/>
                <a:ea typeface="Times New Roman"/>
                <a:cs typeface="Times New Roman"/>
                <a:sym typeface="Times New Roman"/>
              </a:rPr>
              <a:t>security vulnerability</a:t>
            </a:r>
            <a:r>
              <a:rPr lang="en-IN" sz="1500">
                <a:solidFill>
                  <a:schemeClr val="dk1"/>
                </a:solidFill>
                <a:latin typeface="Times New Roman"/>
                <a:ea typeface="Times New Roman"/>
                <a:cs typeface="Times New Roman"/>
                <a:sym typeface="Times New Roman"/>
              </a:rPr>
              <a:t> where an attacker can gain access to resources, functions, or data that they should </a:t>
            </a:r>
            <a:r>
              <a:rPr b="1" lang="en-IN" sz="1500">
                <a:solidFill>
                  <a:schemeClr val="dk1"/>
                </a:solidFill>
                <a:latin typeface="Times New Roman"/>
                <a:ea typeface="Times New Roman"/>
                <a:cs typeface="Times New Roman"/>
                <a:sym typeface="Times New Roman"/>
              </a:rPr>
              <a:t>not</a:t>
            </a:r>
            <a:r>
              <a:rPr lang="en-IN" sz="1500">
                <a:solidFill>
                  <a:schemeClr val="dk1"/>
                </a:solidFill>
                <a:latin typeface="Times New Roman"/>
                <a:ea typeface="Times New Roman"/>
                <a:cs typeface="Times New Roman"/>
                <a:sym typeface="Times New Roman"/>
              </a:rPr>
              <a:t> be   allowed to access, by circumventing the normal access control mechanisms.</a:t>
            </a:r>
            <a:endParaRPr sz="1500">
              <a:solidFill>
                <a:schemeClr val="dk1"/>
              </a:solidFill>
              <a:latin typeface="Times New Roman"/>
              <a:ea typeface="Times New Roman"/>
              <a:cs typeface="Times New Roman"/>
              <a:sym typeface="Times New Roman"/>
            </a:endParaRPr>
          </a:p>
          <a:p>
            <a:pPr indent="0" lvl="0" marL="0" rtl="0" algn="l">
              <a:lnSpc>
                <a:spcPct val="115000"/>
              </a:lnSpc>
              <a:spcBef>
                <a:spcPts val="1400"/>
              </a:spcBef>
              <a:spcAft>
                <a:spcPts val="0"/>
              </a:spcAft>
              <a:buClr>
                <a:schemeClr val="dk1"/>
              </a:buClr>
              <a:buSzPts val="1100"/>
              <a:buFont typeface="Arial"/>
              <a:buNone/>
            </a:pPr>
            <a:r>
              <a:rPr b="1" lang="en-IN" sz="1500">
                <a:solidFill>
                  <a:schemeClr val="dk1"/>
                </a:solidFill>
                <a:latin typeface="Times New Roman"/>
                <a:ea typeface="Times New Roman"/>
                <a:cs typeface="Times New Roman"/>
                <a:sym typeface="Times New Roman"/>
              </a:rPr>
              <a:t>1. Authorization vs Authentication</a:t>
            </a:r>
            <a:endParaRPr b="1" sz="1500">
              <a:solidFill>
                <a:schemeClr val="dk1"/>
              </a:solidFill>
              <a:latin typeface="Times New Roman"/>
              <a:ea typeface="Times New Roman"/>
              <a:cs typeface="Times New Roman"/>
              <a:sym typeface="Times New Roman"/>
            </a:endParaRPr>
          </a:p>
          <a:p>
            <a:pPr indent="-323850" lvl="0" marL="457200" rtl="0" algn="l">
              <a:lnSpc>
                <a:spcPct val="115000"/>
              </a:lnSpc>
              <a:spcBef>
                <a:spcPts val="1200"/>
              </a:spcBef>
              <a:spcAft>
                <a:spcPts val="0"/>
              </a:spcAft>
              <a:buClr>
                <a:schemeClr val="dk1"/>
              </a:buClr>
              <a:buSzPts val="1500"/>
              <a:buChar char="●"/>
            </a:pPr>
            <a:r>
              <a:rPr b="1" lang="en-IN" sz="1500">
                <a:solidFill>
                  <a:schemeClr val="dk1"/>
                </a:solidFill>
                <a:latin typeface="Times New Roman"/>
                <a:ea typeface="Times New Roman"/>
                <a:cs typeface="Times New Roman"/>
                <a:sym typeface="Times New Roman"/>
              </a:rPr>
              <a:t>Authentication</a:t>
            </a:r>
            <a:r>
              <a:rPr lang="en-IN" sz="1500">
                <a:solidFill>
                  <a:schemeClr val="dk1"/>
                </a:solidFill>
                <a:latin typeface="Times New Roman"/>
                <a:ea typeface="Times New Roman"/>
                <a:cs typeface="Times New Roman"/>
                <a:sym typeface="Times New Roman"/>
              </a:rPr>
              <a:t>: Verifies </a:t>
            </a:r>
            <a:r>
              <a:rPr b="1" lang="en-IN" sz="1500">
                <a:solidFill>
                  <a:schemeClr val="dk1"/>
                </a:solidFill>
                <a:latin typeface="Times New Roman"/>
                <a:ea typeface="Times New Roman"/>
                <a:cs typeface="Times New Roman"/>
                <a:sym typeface="Times New Roman"/>
              </a:rPr>
              <a:t>who you are</a:t>
            </a:r>
            <a:r>
              <a:rPr lang="en-IN" sz="1500">
                <a:solidFill>
                  <a:schemeClr val="dk1"/>
                </a:solidFill>
                <a:latin typeface="Times New Roman"/>
                <a:ea typeface="Times New Roman"/>
                <a:cs typeface="Times New Roman"/>
                <a:sym typeface="Times New Roman"/>
              </a:rPr>
              <a:t> (e.g., logging in with a username and password).</a:t>
            </a:r>
            <a:endParaRPr sz="1500">
              <a:solidFill>
                <a:schemeClr val="dk1"/>
              </a:solidFill>
              <a:latin typeface="Times New Roman"/>
              <a:ea typeface="Times New Roman"/>
              <a:cs typeface="Times New Roman"/>
              <a:sym typeface="Times New Roman"/>
            </a:endParaRPr>
          </a:p>
          <a:p>
            <a:pPr indent="-323850" lvl="0" marL="457200" rtl="0" algn="l">
              <a:lnSpc>
                <a:spcPct val="115000"/>
              </a:lnSpc>
              <a:spcBef>
                <a:spcPts val="0"/>
              </a:spcBef>
              <a:spcAft>
                <a:spcPts val="0"/>
              </a:spcAft>
              <a:buClr>
                <a:schemeClr val="dk1"/>
              </a:buClr>
              <a:buSzPts val="1500"/>
              <a:buChar char="●"/>
            </a:pPr>
            <a:r>
              <a:rPr b="1" lang="en-IN" sz="1500">
                <a:solidFill>
                  <a:schemeClr val="dk1"/>
                </a:solidFill>
                <a:latin typeface="Times New Roman"/>
                <a:ea typeface="Times New Roman"/>
                <a:cs typeface="Times New Roman"/>
                <a:sym typeface="Times New Roman"/>
              </a:rPr>
              <a:t>Authorization</a:t>
            </a:r>
            <a:r>
              <a:rPr lang="en-IN" sz="1500">
                <a:solidFill>
                  <a:schemeClr val="dk1"/>
                </a:solidFill>
                <a:latin typeface="Times New Roman"/>
                <a:ea typeface="Times New Roman"/>
                <a:cs typeface="Times New Roman"/>
                <a:sym typeface="Times New Roman"/>
              </a:rPr>
              <a:t>: Determines </a:t>
            </a:r>
            <a:r>
              <a:rPr b="1" lang="en-IN" sz="1500">
                <a:solidFill>
                  <a:schemeClr val="dk1"/>
                </a:solidFill>
                <a:latin typeface="Times New Roman"/>
                <a:ea typeface="Times New Roman"/>
                <a:cs typeface="Times New Roman"/>
                <a:sym typeface="Times New Roman"/>
              </a:rPr>
              <a:t>what you are allowed to do</a:t>
            </a:r>
            <a:r>
              <a:rPr lang="en-IN" sz="1500">
                <a:solidFill>
                  <a:schemeClr val="dk1"/>
                </a:solidFill>
                <a:latin typeface="Times New Roman"/>
                <a:ea typeface="Times New Roman"/>
                <a:cs typeface="Times New Roman"/>
                <a:sym typeface="Times New Roman"/>
              </a:rPr>
              <a:t> (e.g., can you view another user’s profile or admin dashboard).</a:t>
            </a:r>
            <a:endParaRPr sz="1500">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0"/>
              </a:spcAft>
              <a:buClr>
                <a:schemeClr val="dk1"/>
              </a:buClr>
              <a:buSzPts val="1100"/>
              <a:buFont typeface="Arial"/>
              <a:buNone/>
            </a:pPr>
            <a:r>
              <a:rPr lang="en-IN" sz="1500">
                <a:solidFill>
                  <a:schemeClr val="dk1"/>
                </a:solidFill>
                <a:latin typeface="Times New Roman"/>
                <a:ea typeface="Times New Roman"/>
                <a:cs typeface="Times New Roman"/>
                <a:sym typeface="Times New Roman"/>
              </a:rPr>
              <a:t>Authorization bypass specifically targets the </a:t>
            </a:r>
            <a:r>
              <a:rPr b="1" lang="en-IN" sz="1500">
                <a:solidFill>
                  <a:schemeClr val="dk1"/>
                </a:solidFill>
                <a:latin typeface="Times New Roman"/>
                <a:ea typeface="Times New Roman"/>
                <a:cs typeface="Times New Roman"/>
                <a:sym typeface="Times New Roman"/>
              </a:rPr>
              <a:t>authorization step</a:t>
            </a:r>
            <a:r>
              <a:rPr lang="en-IN" sz="1500">
                <a:solidFill>
                  <a:schemeClr val="dk1"/>
                </a:solidFill>
                <a:latin typeface="Times New Roman"/>
                <a:ea typeface="Times New Roman"/>
                <a:cs typeface="Times New Roman"/>
                <a:sym typeface="Times New Roman"/>
              </a:rPr>
              <a:t>.</a:t>
            </a:r>
            <a:endParaRPr sz="1500">
              <a:solidFill>
                <a:schemeClr val="dk1"/>
              </a:solidFill>
              <a:latin typeface="Times New Roman"/>
              <a:ea typeface="Times New Roman"/>
              <a:cs typeface="Times New Roman"/>
              <a:sym typeface="Times New Roman"/>
            </a:endParaRPr>
          </a:p>
          <a:p>
            <a:pPr indent="0" lvl="0" marL="0" rtl="0" algn="l">
              <a:lnSpc>
                <a:spcPct val="115000"/>
              </a:lnSpc>
              <a:spcBef>
                <a:spcPts val="1400"/>
              </a:spcBef>
              <a:spcAft>
                <a:spcPts val="0"/>
              </a:spcAft>
              <a:buClr>
                <a:schemeClr val="dk1"/>
              </a:buClr>
              <a:buSzPts val="1100"/>
              <a:buFont typeface="Arial"/>
              <a:buNone/>
            </a:pPr>
            <a:r>
              <a:rPr b="1" lang="en-IN" sz="1500">
                <a:solidFill>
                  <a:schemeClr val="dk1"/>
                </a:solidFill>
                <a:latin typeface="Times New Roman"/>
                <a:ea typeface="Times New Roman"/>
                <a:cs typeface="Times New Roman"/>
                <a:sym typeface="Times New Roman"/>
              </a:rPr>
              <a:t>2. How Authorization Bypass Happens</a:t>
            </a:r>
            <a:endParaRPr b="1" sz="1500">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0"/>
              </a:spcAft>
              <a:buClr>
                <a:schemeClr val="dk1"/>
              </a:buClr>
              <a:buSzPts val="1100"/>
              <a:buFont typeface="Arial"/>
              <a:buNone/>
            </a:pPr>
            <a:r>
              <a:rPr lang="en-IN" sz="1500">
                <a:solidFill>
                  <a:schemeClr val="dk1"/>
                </a:solidFill>
                <a:latin typeface="Times New Roman"/>
                <a:ea typeface="Times New Roman"/>
                <a:cs typeface="Times New Roman"/>
                <a:sym typeface="Times New Roman"/>
              </a:rPr>
              <a:t>Some common ways include:</a:t>
            </a:r>
            <a:endParaRPr sz="1500">
              <a:solidFill>
                <a:schemeClr val="dk1"/>
              </a:solidFill>
              <a:latin typeface="Times New Roman"/>
              <a:ea typeface="Times New Roman"/>
              <a:cs typeface="Times New Roman"/>
              <a:sym typeface="Times New Roman"/>
            </a:endParaRPr>
          </a:p>
          <a:p>
            <a:pPr indent="-323850" lvl="0" marL="457200" rtl="0" algn="l">
              <a:lnSpc>
                <a:spcPct val="115000"/>
              </a:lnSpc>
              <a:spcBef>
                <a:spcPts val="1200"/>
              </a:spcBef>
              <a:spcAft>
                <a:spcPts val="0"/>
              </a:spcAft>
              <a:buClr>
                <a:schemeClr val="dk1"/>
              </a:buClr>
              <a:buSzPts val="1500"/>
              <a:buFont typeface="Times New Roman"/>
              <a:buAutoNum type="arabicPeriod"/>
            </a:pPr>
            <a:r>
              <a:rPr b="1" lang="en-IN" sz="1500">
                <a:solidFill>
                  <a:schemeClr val="dk1"/>
                </a:solidFill>
                <a:latin typeface="Times New Roman"/>
                <a:ea typeface="Times New Roman"/>
                <a:cs typeface="Times New Roman"/>
                <a:sym typeface="Times New Roman"/>
              </a:rPr>
              <a:t>Manipulating URLs or parameters</a:t>
            </a:r>
            <a:endParaRPr b="1" sz="1500">
              <a:solidFill>
                <a:schemeClr val="dk1"/>
              </a:solidFill>
              <a:latin typeface="Times New Roman"/>
              <a:ea typeface="Times New Roman"/>
              <a:cs typeface="Times New Roman"/>
              <a:sym typeface="Times New Roman"/>
            </a:endParaRPr>
          </a:p>
          <a:p>
            <a:pPr indent="-323850" lvl="1" marL="914400" rtl="0" algn="l">
              <a:lnSpc>
                <a:spcPct val="115000"/>
              </a:lnSpc>
              <a:spcBef>
                <a:spcPts val="0"/>
              </a:spcBef>
              <a:spcAft>
                <a:spcPts val="0"/>
              </a:spcAft>
              <a:buClr>
                <a:schemeClr val="dk1"/>
              </a:buClr>
              <a:buSzPts val="1500"/>
              <a:buChar char="○"/>
            </a:pPr>
            <a:r>
              <a:rPr lang="en-IN" sz="1500">
                <a:solidFill>
                  <a:schemeClr val="dk1"/>
                </a:solidFill>
                <a:latin typeface="Times New Roman"/>
                <a:ea typeface="Times New Roman"/>
                <a:cs typeface="Times New Roman"/>
                <a:sym typeface="Times New Roman"/>
              </a:rPr>
              <a:t>Example: Accessing another user's data by changing </a:t>
            </a:r>
            <a:r>
              <a:rPr lang="en-IN" sz="1500">
                <a:solidFill>
                  <a:srgbClr val="188038"/>
                </a:solidFill>
                <a:latin typeface="Times New Roman"/>
                <a:ea typeface="Times New Roman"/>
                <a:cs typeface="Times New Roman"/>
                <a:sym typeface="Times New Roman"/>
              </a:rPr>
              <a:t>user_id=123</a:t>
            </a:r>
            <a:r>
              <a:rPr lang="en-IN" sz="1500">
                <a:solidFill>
                  <a:schemeClr val="dk1"/>
                </a:solidFill>
                <a:latin typeface="Times New Roman"/>
                <a:ea typeface="Times New Roman"/>
                <a:cs typeface="Times New Roman"/>
                <a:sym typeface="Times New Roman"/>
              </a:rPr>
              <a:t> to </a:t>
            </a:r>
            <a:r>
              <a:rPr lang="en-IN" sz="1500">
                <a:solidFill>
                  <a:srgbClr val="188038"/>
                </a:solidFill>
                <a:latin typeface="Times New Roman"/>
                <a:ea typeface="Times New Roman"/>
                <a:cs typeface="Times New Roman"/>
                <a:sym typeface="Times New Roman"/>
              </a:rPr>
              <a:t>user_id=124</a:t>
            </a:r>
            <a:r>
              <a:rPr lang="en-IN" sz="1500">
                <a:solidFill>
                  <a:schemeClr val="dk1"/>
                </a:solidFill>
                <a:latin typeface="Times New Roman"/>
                <a:ea typeface="Times New Roman"/>
                <a:cs typeface="Times New Roman"/>
                <a:sym typeface="Times New Roman"/>
              </a:rPr>
              <a:t> in the URL.</a:t>
            </a:r>
            <a:endParaRPr sz="1500">
              <a:solidFill>
                <a:schemeClr val="dk1"/>
              </a:solidFill>
              <a:latin typeface="Times New Roman"/>
              <a:ea typeface="Times New Roman"/>
              <a:cs typeface="Times New Roman"/>
              <a:sym typeface="Times New Roman"/>
            </a:endParaRPr>
          </a:p>
          <a:p>
            <a:pPr indent="-323850" lvl="0" marL="457200" rtl="0" algn="l">
              <a:lnSpc>
                <a:spcPct val="115000"/>
              </a:lnSpc>
              <a:spcBef>
                <a:spcPts val="0"/>
              </a:spcBef>
              <a:spcAft>
                <a:spcPts val="0"/>
              </a:spcAft>
              <a:buClr>
                <a:schemeClr val="dk1"/>
              </a:buClr>
              <a:buSzPts val="1500"/>
              <a:buFont typeface="Times New Roman"/>
              <a:buAutoNum type="arabicPeriod"/>
            </a:pPr>
            <a:r>
              <a:rPr b="1" lang="en-IN" sz="1500">
                <a:solidFill>
                  <a:schemeClr val="dk1"/>
                </a:solidFill>
                <a:latin typeface="Times New Roman"/>
                <a:ea typeface="Times New Roman"/>
                <a:cs typeface="Times New Roman"/>
                <a:sym typeface="Times New Roman"/>
              </a:rPr>
              <a:t>Changing cookies or tokens</a:t>
            </a:r>
            <a:endParaRPr b="1" sz="1500">
              <a:solidFill>
                <a:schemeClr val="dk1"/>
              </a:solidFill>
              <a:latin typeface="Times New Roman"/>
              <a:ea typeface="Times New Roman"/>
              <a:cs typeface="Times New Roman"/>
              <a:sym typeface="Times New Roman"/>
            </a:endParaRPr>
          </a:p>
          <a:p>
            <a:pPr indent="-323850" lvl="1" marL="914400" rtl="0" algn="l">
              <a:lnSpc>
                <a:spcPct val="115000"/>
              </a:lnSpc>
              <a:spcBef>
                <a:spcPts val="0"/>
              </a:spcBef>
              <a:spcAft>
                <a:spcPts val="0"/>
              </a:spcAft>
              <a:buClr>
                <a:schemeClr val="dk1"/>
              </a:buClr>
              <a:buSzPts val="1500"/>
              <a:buFont typeface="Times New Roman"/>
              <a:buChar char="○"/>
            </a:pPr>
            <a:r>
              <a:rPr lang="en-IN" sz="1500">
                <a:solidFill>
                  <a:schemeClr val="dk1"/>
                </a:solidFill>
                <a:latin typeface="Times New Roman"/>
                <a:ea typeface="Times New Roman"/>
                <a:cs typeface="Times New Roman"/>
                <a:sym typeface="Times New Roman"/>
              </a:rPr>
              <a:t>If session tokens encode your role, modifying them could give admin access.</a:t>
            </a:r>
            <a:endParaRPr sz="1500">
              <a:solidFill>
                <a:schemeClr val="dk1"/>
              </a:solidFill>
              <a:latin typeface="Times New Roman"/>
              <a:ea typeface="Times New Roman"/>
              <a:cs typeface="Times New Roman"/>
              <a:sym typeface="Times New Roman"/>
            </a:endParaRPr>
          </a:p>
          <a:p>
            <a:pPr indent="-323850" lvl="0" marL="457200" rtl="0" algn="l">
              <a:lnSpc>
                <a:spcPct val="115000"/>
              </a:lnSpc>
              <a:spcBef>
                <a:spcPts val="0"/>
              </a:spcBef>
              <a:spcAft>
                <a:spcPts val="0"/>
              </a:spcAft>
              <a:buClr>
                <a:schemeClr val="dk1"/>
              </a:buClr>
              <a:buSzPts val="1500"/>
              <a:buFont typeface="Times New Roman"/>
              <a:buAutoNum type="arabicPeriod"/>
            </a:pPr>
            <a:r>
              <a:rPr b="1" lang="en-IN" sz="1500">
                <a:solidFill>
                  <a:schemeClr val="dk1"/>
                </a:solidFill>
                <a:latin typeface="Times New Roman"/>
                <a:ea typeface="Times New Roman"/>
                <a:cs typeface="Times New Roman"/>
                <a:sym typeface="Times New Roman"/>
              </a:rPr>
              <a:t>Skipping front-end checks</a:t>
            </a:r>
            <a:endParaRPr b="1" sz="1500">
              <a:solidFill>
                <a:schemeClr val="dk1"/>
              </a:solidFill>
              <a:latin typeface="Times New Roman"/>
              <a:ea typeface="Times New Roman"/>
              <a:cs typeface="Times New Roman"/>
              <a:sym typeface="Times New Roman"/>
            </a:endParaRPr>
          </a:p>
          <a:p>
            <a:pPr indent="-323850" lvl="1" marL="914400" rtl="0" algn="l">
              <a:lnSpc>
                <a:spcPct val="115000"/>
              </a:lnSpc>
              <a:spcBef>
                <a:spcPts val="0"/>
              </a:spcBef>
              <a:spcAft>
                <a:spcPts val="0"/>
              </a:spcAft>
              <a:buClr>
                <a:schemeClr val="dk1"/>
              </a:buClr>
              <a:buSzPts val="1500"/>
              <a:buFont typeface="Times New Roman"/>
              <a:buChar char="○"/>
            </a:pPr>
            <a:r>
              <a:rPr lang="en-IN" sz="1500">
                <a:solidFill>
                  <a:schemeClr val="dk1"/>
                </a:solidFill>
                <a:latin typeface="Times New Roman"/>
                <a:ea typeface="Times New Roman"/>
                <a:cs typeface="Times New Roman"/>
                <a:sym typeface="Times New Roman"/>
              </a:rPr>
              <a:t>Only front-end controls exist (like hiding a button), but back-end doesn’t enforce permissions.</a:t>
            </a:r>
            <a:endParaRPr sz="1500">
              <a:solidFill>
                <a:schemeClr val="dk1"/>
              </a:solidFill>
              <a:latin typeface="Times New Roman"/>
              <a:ea typeface="Times New Roman"/>
              <a:cs typeface="Times New Roman"/>
              <a:sym typeface="Times New Roman"/>
            </a:endParaRPr>
          </a:p>
          <a:p>
            <a:pPr indent="-323850" lvl="0" marL="457200" rtl="0" algn="l">
              <a:lnSpc>
                <a:spcPct val="115000"/>
              </a:lnSpc>
              <a:spcBef>
                <a:spcPts val="0"/>
              </a:spcBef>
              <a:spcAft>
                <a:spcPts val="0"/>
              </a:spcAft>
              <a:buClr>
                <a:schemeClr val="dk1"/>
              </a:buClr>
              <a:buSzPts val="1500"/>
              <a:buFont typeface="Times New Roman"/>
              <a:buAutoNum type="arabicPeriod"/>
            </a:pPr>
            <a:r>
              <a:rPr b="1" lang="en-IN" sz="1500">
                <a:solidFill>
                  <a:schemeClr val="dk1"/>
                </a:solidFill>
                <a:latin typeface="Times New Roman"/>
                <a:ea typeface="Times New Roman"/>
                <a:cs typeface="Times New Roman"/>
                <a:sym typeface="Times New Roman"/>
              </a:rPr>
              <a:t>Accessing APIs directly</a:t>
            </a:r>
            <a:endParaRPr b="1" sz="1500">
              <a:solidFill>
                <a:schemeClr val="dk1"/>
              </a:solidFill>
              <a:latin typeface="Times New Roman"/>
              <a:ea typeface="Times New Roman"/>
              <a:cs typeface="Times New Roman"/>
              <a:sym typeface="Times New Roman"/>
            </a:endParaRPr>
          </a:p>
          <a:p>
            <a:pPr indent="-323850" lvl="1" marL="914400" rtl="0" algn="l">
              <a:lnSpc>
                <a:spcPct val="115000"/>
              </a:lnSpc>
              <a:spcBef>
                <a:spcPts val="0"/>
              </a:spcBef>
              <a:spcAft>
                <a:spcPts val="0"/>
              </a:spcAft>
              <a:buClr>
                <a:schemeClr val="dk1"/>
              </a:buClr>
              <a:buSzPts val="1500"/>
              <a:buFont typeface="Times New Roman"/>
              <a:buChar char="○"/>
            </a:pPr>
            <a:r>
              <a:rPr lang="en-IN" sz="1500">
                <a:solidFill>
                  <a:schemeClr val="dk1"/>
                </a:solidFill>
                <a:latin typeface="Times New Roman"/>
                <a:ea typeface="Times New Roman"/>
                <a:cs typeface="Times New Roman"/>
                <a:sym typeface="Times New Roman"/>
              </a:rPr>
              <a:t>Calling API endpoints that require higher privileges without proper checks.</a:t>
            </a:r>
            <a:br>
              <a:rPr lang="en-IN" sz="1500">
                <a:solidFill>
                  <a:schemeClr val="dk1"/>
                </a:solidFill>
                <a:latin typeface="Times New Roman"/>
                <a:ea typeface="Times New Roman"/>
                <a:cs typeface="Times New Roman"/>
                <a:sym typeface="Times New Roman"/>
              </a:rPr>
            </a:br>
            <a:endParaRPr sz="1500">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0"/>
              </a:spcAft>
              <a:buClr>
                <a:schemeClr val="dk1"/>
              </a:buClr>
              <a:buSzPts val="1100"/>
              <a:buFont typeface="Arial"/>
              <a:buNone/>
            </a:pPr>
            <a:r>
              <a:t/>
            </a:r>
            <a:endParaRPr sz="15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sz="1500">
              <a:solidFill>
                <a:srgbClr val="3F3F3F"/>
              </a:solidFill>
              <a:latin typeface="Times New Roman"/>
              <a:ea typeface="Times New Roman"/>
              <a:cs typeface="Times New Roman"/>
              <a:sym typeface="Times New Roman"/>
            </a:endParaRPr>
          </a:p>
          <a:p>
            <a:pPr indent="0" lvl="0" marL="0" rtl="0" algn="l">
              <a:spcBef>
                <a:spcPts val="0"/>
              </a:spcBef>
              <a:spcAft>
                <a:spcPts val="0"/>
              </a:spcAft>
              <a:buNone/>
            </a:pPr>
            <a:r>
              <a:t/>
            </a:r>
            <a:endParaRPr sz="1500">
              <a:solidFill>
                <a:srgbClr val="3F3F3F"/>
              </a:solidFill>
              <a:latin typeface="Times New Roman"/>
              <a:ea typeface="Times New Roman"/>
              <a:cs typeface="Times New Roman"/>
              <a:sym typeface="Times New Roman"/>
            </a:endParaRPr>
          </a:p>
          <a:p>
            <a:pPr indent="0" lvl="0" marL="0" rtl="0" algn="l">
              <a:spcBef>
                <a:spcPts val="0"/>
              </a:spcBef>
              <a:spcAft>
                <a:spcPts val="0"/>
              </a:spcAft>
              <a:buNone/>
            </a:pPr>
            <a:r>
              <a:t/>
            </a:r>
            <a:endParaRPr sz="1500">
              <a:solidFill>
                <a:srgbClr val="3F3F3F"/>
              </a:solidFill>
              <a:latin typeface="Times New Roman"/>
              <a:ea typeface="Times New Roman"/>
              <a:cs typeface="Times New Roman"/>
              <a:sym typeface="Times New Roman"/>
            </a:endParaRPr>
          </a:p>
        </p:txBody>
      </p:sp>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5" name="Shape 585"/>
        <p:cNvGrpSpPr/>
        <p:nvPr/>
      </p:nvGrpSpPr>
      <p:grpSpPr>
        <a:xfrm>
          <a:off x="0" y="0"/>
          <a:ext cx="0" cy="0"/>
          <a:chOff x="0" y="0"/>
          <a:chExt cx="0" cy="0"/>
        </a:xfrm>
      </p:grpSpPr>
      <p:sp>
        <p:nvSpPr>
          <p:cNvPr id="586" name="Google Shape;586;g39c5a9a39d7_0_2"/>
          <p:cNvSpPr txBox="1"/>
          <p:nvPr/>
        </p:nvSpPr>
        <p:spPr>
          <a:xfrm>
            <a:off x="0" y="0"/>
            <a:ext cx="11885400" cy="62994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b="1" lang="en-IN" sz="1100">
                <a:solidFill>
                  <a:schemeClr val="dk1"/>
                </a:solidFill>
              </a:rPr>
              <a:t>a) Authorization matrices</a:t>
            </a:r>
            <a:endParaRPr b="1" sz="11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IN" sz="1100">
                <a:solidFill>
                  <a:schemeClr val="dk1"/>
                </a:solidFill>
              </a:rPr>
              <a:t>Developers use </a:t>
            </a:r>
            <a:r>
              <a:rPr b="1" lang="en-IN" sz="1100">
                <a:solidFill>
                  <a:schemeClr val="dk1"/>
                </a:solidFill>
              </a:rPr>
              <a:t>authorization matrices</a:t>
            </a:r>
            <a:r>
              <a:rPr lang="en-IN" sz="1100">
                <a:solidFill>
                  <a:schemeClr val="dk1"/>
                </a:solidFill>
              </a:rPr>
              <a:t> to define who can do what in a system.</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IN" sz="1100">
                <a:solidFill>
                  <a:schemeClr val="dk1"/>
                </a:solidFill>
              </a:rPr>
              <a:t>Example:</a:t>
            </a:r>
            <a:br>
              <a:rPr lang="en-IN" sz="1100">
                <a:solidFill>
                  <a:schemeClr val="dk1"/>
                </a:solidFill>
              </a:rPr>
            </a:br>
            <a:r>
              <a:rPr lang="en-IN" sz="1100">
                <a:solidFill>
                  <a:schemeClr val="dk1"/>
                </a:solidFill>
              </a:rPr>
              <a:t> | User Type | View Profile | Edit Profile | Delete User |</a:t>
            </a:r>
            <a:br>
              <a:rPr lang="en-IN" sz="1100">
                <a:solidFill>
                  <a:schemeClr val="dk1"/>
                </a:solidFill>
              </a:rPr>
            </a:br>
            <a:r>
              <a:rPr lang="en-IN" sz="1100">
                <a:solidFill>
                  <a:schemeClr val="dk1"/>
                </a:solidFill>
              </a:rPr>
              <a:t> |----------------|-------------|-------------|-------------|</a:t>
            </a:r>
            <a:br>
              <a:rPr lang="en-IN" sz="1100">
                <a:solidFill>
                  <a:schemeClr val="dk1"/>
                </a:solidFill>
              </a:rPr>
            </a:br>
            <a:r>
              <a:rPr lang="en-IN" sz="1100">
                <a:solidFill>
                  <a:schemeClr val="dk1"/>
                </a:solidFill>
              </a:rPr>
              <a:t> | Regular | ✅ | ❌ | ❌ |</a:t>
            </a:r>
            <a:br>
              <a:rPr lang="en-IN" sz="1100">
                <a:solidFill>
                  <a:schemeClr val="dk1"/>
                </a:solidFill>
              </a:rPr>
            </a:br>
            <a:r>
              <a:rPr lang="en-IN" sz="1100">
                <a:solidFill>
                  <a:schemeClr val="dk1"/>
                </a:solidFill>
              </a:rPr>
              <a:t> | Admin | ✅ | ✅ | ✅ |</a:t>
            </a:r>
            <a:br>
              <a:rPr lang="en-IN" sz="1100">
                <a:solidFill>
                  <a:schemeClr val="dk1"/>
                </a:solidFill>
              </a:rPr>
            </a:b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IN" sz="1100">
                <a:solidFill>
                  <a:schemeClr val="dk1"/>
                </a:solidFill>
              </a:rPr>
              <a:t>In </a:t>
            </a:r>
            <a:r>
              <a:rPr b="1" lang="en-IN" sz="1100">
                <a:solidFill>
                  <a:schemeClr val="dk1"/>
                </a:solidFill>
              </a:rPr>
              <a:t>complex systems</a:t>
            </a:r>
            <a:r>
              <a:rPr lang="en-IN" sz="1100">
                <a:solidFill>
                  <a:schemeClr val="dk1"/>
                </a:solidFill>
              </a:rPr>
              <a:t> with many roles and features, it’s easy for developers to </a:t>
            </a:r>
            <a:r>
              <a:rPr b="1" lang="en-IN" sz="1100">
                <a:solidFill>
                  <a:schemeClr val="dk1"/>
                </a:solidFill>
              </a:rPr>
              <a:t>forget to implement a check somewhere</a:t>
            </a:r>
            <a:r>
              <a:rPr lang="en-IN" sz="1100">
                <a:solidFill>
                  <a:schemeClr val="dk1"/>
                </a:solidFill>
              </a:rPr>
              <a:t>.</a:t>
            </a:r>
            <a:br>
              <a:rPr lang="en-IN" sz="1100">
                <a:solidFill>
                  <a:schemeClr val="dk1"/>
                </a:solidFill>
              </a:rPr>
            </a:br>
            <a:endParaRPr sz="1100">
              <a:solidFill>
                <a:schemeClr val="dk1"/>
              </a:solidFill>
            </a:endParaRPr>
          </a:p>
          <a:p>
            <a:pPr indent="0" lvl="0" marL="0" rtl="0" algn="l">
              <a:lnSpc>
                <a:spcPct val="115000"/>
              </a:lnSpc>
              <a:spcBef>
                <a:spcPts val="1200"/>
              </a:spcBef>
              <a:spcAft>
                <a:spcPts val="0"/>
              </a:spcAft>
              <a:buNone/>
            </a:pPr>
            <a:r>
              <a:rPr b="1" lang="en-IN" sz="1100">
                <a:solidFill>
                  <a:schemeClr val="dk1"/>
                </a:solidFill>
              </a:rPr>
              <a:t>b) Hidden or indirect access</a:t>
            </a:r>
            <a:endParaRPr b="1" sz="11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IN" sz="1100">
                <a:solidFill>
                  <a:schemeClr val="dk1"/>
                </a:solidFill>
              </a:rPr>
              <a:t>Some functions are </a:t>
            </a:r>
            <a:r>
              <a:rPr b="1" lang="en-IN" sz="1100">
                <a:solidFill>
                  <a:schemeClr val="dk1"/>
                </a:solidFill>
              </a:rPr>
              <a:t>not accessed through the browser directly</a:t>
            </a:r>
            <a:r>
              <a:rPr lang="en-IN" sz="1100">
                <a:solidFill>
                  <a:schemeClr val="dk1"/>
                </a:solidFill>
              </a:rPr>
              <a:t>, like APIs or background services.</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IN" sz="1100">
                <a:solidFill>
                  <a:schemeClr val="dk1"/>
                </a:solidFill>
              </a:rPr>
              <a:t>If a developer forgets authorization here, an attacker could exploit it.</a:t>
            </a:r>
            <a:br>
              <a:rPr lang="en-IN" sz="1100">
                <a:solidFill>
                  <a:schemeClr val="dk1"/>
                </a:solidFill>
              </a:rPr>
            </a:br>
            <a:endParaRPr sz="1100">
              <a:solidFill>
                <a:schemeClr val="dk1"/>
              </a:solidFill>
            </a:endParaRPr>
          </a:p>
          <a:p>
            <a:pPr indent="0" lvl="0" marL="0" rtl="0" algn="l">
              <a:lnSpc>
                <a:spcPct val="115000"/>
              </a:lnSpc>
              <a:spcBef>
                <a:spcPts val="1200"/>
              </a:spcBef>
              <a:spcAft>
                <a:spcPts val="0"/>
              </a:spcAft>
              <a:buNone/>
            </a:pPr>
            <a:r>
              <a:rPr lang="en-IN" sz="1100">
                <a:solidFill>
                  <a:schemeClr val="dk1"/>
                </a:solidFill>
              </a:rPr>
              <a:t>Example:</a:t>
            </a:r>
            <a:endParaRPr sz="11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IN" sz="1100">
                <a:solidFill>
                  <a:schemeClr val="dk1"/>
                </a:solidFill>
              </a:rPr>
              <a:t>Browser shows a “View Orders” page.</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IN" sz="1100">
                <a:solidFill>
                  <a:schemeClr val="dk1"/>
                </a:solidFill>
              </a:rPr>
              <a:t>API call: </a:t>
            </a:r>
            <a:r>
              <a:rPr lang="en-IN" sz="1100">
                <a:solidFill>
                  <a:srgbClr val="188038"/>
                </a:solidFill>
                <a:latin typeface="Roboto Mono"/>
                <a:ea typeface="Roboto Mono"/>
                <a:cs typeface="Roboto Mono"/>
                <a:sym typeface="Roboto Mono"/>
              </a:rPr>
              <a:t>GET /orders/456</a:t>
            </a:r>
            <a:endParaRPr sz="1100">
              <a:solidFill>
                <a:srgbClr val="188038"/>
              </a:solidFill>
              <a:latin typeface="Roboto Mono"/>
              <a:ea typeface="Roboto Mono"/>
              <a:cs typeface="Roboto Mono"/>
              <a:sym typeface="Roboto Mono"/>
            </a:endParaRPr>
          </a:p>
          <a:p>
            <a:pPr indent="-298450" lvl="0" marL="457200" rtl="0" algn="l">
              <a:lnSpc>
                <a:spcPct val="115000"/>
              </a:lnSpc>
              <a:spcBef>
                <a:spcPts val="0"/>
              </a:spcBef>
              <a:spcAft>
                <a:spcPts val="0"/>
              </a:spcAft>
              <a:buClr>
                <a:schemeClr val="dk1"/>
              </a:buClr>
              <a:buSzPts val="1100"/>
              <a:buChar char="●"/>
            </a:pPr>
            <a:r>
              <a:rPr lang="en-IN" sz="1100">
                <a:solidFill>
                  <a:schemeClr val="dk1"/>
                </a:solidFill>
              </a:rPr>
              <a:t>If the server doesn’t check </a:t>
            </a:r>
            <a:r>
              <a:rPr b="1" lang="en-IN" sz="1100">
                <a:solidFill>
                  <a:schemeClr val="dk1"/>
                </a:solidFill>
              </a:rPr>
              <a:t>whether the current user owns order 456</a:t>
            </a:r>
            <a:r>
              <a:rPr lang="en-IN" sz="1100">
                <a:solidFill>
                  <a:schemeClr val="dk1"/>
                </a:solidFill>
              </a:rPr>
              <a:t>, another user might access it directly via the API.</a:t>
            </a:r>
            <a:br>
              <a:rPr lang="en-IN" sz="1100">
                <a:solidFill>
                  <a:schemeClr val="dk1"/>
                </a:solidFill>
              </a:rPr>
            </a:br>
            <a:endParaRPr sz="1100">
              <a:solidFill>
                <a:schemeClr val="dk1"/>
              </a:solidFill>
            </a:endParaRPr>
          </a:p>
          <a:p>
            <a:pPr indent="0" lvl="0" marL="0" rtl="0" algn="l">
              <a:lnSpc>
                <a:spcPct val="115000"/>
              </a:lnSpc>
              <a:spcBef>
                <a:spcPts val="1200"/>
              </a:spcBef>
              <a:spcAft>
                <a:spcPts val="0"/>
              </a:spcAft>
              <a:buNone/>
            </a:pPr>
            <a:r>
              <a:rPr b="1" lang="en-IN" sz="1100">
                <a:solidFill>
                  <a:schemeClr val="dk1"/>
                </a:solidFill>
              </a:rPr>
              <a:t>c) Tester’s job</a:t>
            </a:r>
            <a:endParaRPr b="1" sz="11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IN" sz="1100">
                <a:solidFill>
                  <a:schemeClr val="dk1"/>
                </a:solidFill>
              </a:rPr>
              <a:t>Testers must </a:t>
            </a:r>
            <a:r>
              <a:rPr b="1" lang="en-IN" sz="1100">
                <a:solidFill>
                  <a:schemeClr val="dk1"/>
                </a:solidFill>
              </a:rPr>
              <a:t>look at all possible system calls</a:t>
            </a:r>
            <a:r>
              <a:rPr lang="en-IN" sz="1100">
                <a:solidFill>
                  <a:schemeClr val="dk1"/>
                </a:solidFill>
              </a:rPr>
              <a:t>:</a:t>
            </a:r>
            <a:endParaRPr sz="1100">
              <a:solidFill>
                <a:schemeClr val="dk1"/>
              </a:solidFill>
            </a:endParaRPr>
          </a:p>
          <a:p>
            <a:pPr indent="-298450" lvl="1" marL="914400" rtl="0" algn="l">
              <a:lnSpc>
                <a:spcPct val="115000"/>
              </a:lnSpc>
              <a:spcBef>
                <a:spcPts val="0"/>
              </a:spcBef>
              <a:spcAft>
                <a:spcPts val="0"/>
              </a:spcAft>
              <a:buClr>
                <a:schemeClr val="dk1"/>
              </a:buClr>
              <a:buSzPts val="1100"/>
              <a:buChar char="○"/>
            </a:pPr>
            <a:r>
              <a:rPr lang="en-IN" sz="1100">
                <a:solidFill>
                  <a:schemeClr val="dk1"/>
                </a:solidFill>
              </a:rPr>
              <a:t>Browser requests</a:t>
            </a:r>
            <a:endParaRPr sz="1100">
              <a:solidFill>
                <a:schemeClr val="dk1"/>
              </a:solidFill>
            </a:endParaRPr>
          </a:p>
          <a:p>
            <a:pPr indent="-298450" lvl="1" marL="914400" rtl="0" algn="l">
              <a:lnSpc>
                <a:spcPct val="115000"/>
              </a:lnSpc>
              <a:spcBef>
                <a:spcPts val="0"/>
              </a:spcBef>
              <a:spcAft>
                <a:spcPts val="0"/>
              </a:spcAft>
              <a:buClr>
                <a:schemeClr val="dk1"/>
              </a:buClr>
              <a:buSzPts val="1100"/>
              <a:buChar char="○"/>
            </a:pPr>
            <a:r>
              <a:rPr lang="en-IN" sz="1100">
                <a:solidFill>
                  <a:schemeClr val="dk1"/>
                </a:solidFill>
              </a:rPr>
              <a:t>API calls</a:t>
            </a:r>
            <a:endParaRPr sz="1100">
              <a:solidFill>
                <a:schemeClr val="dk1"/>
              </a:solidFill>
            </a:endParaRPr>
          </a:p>
          <a:p>
            <a:pPr indent="-298450" lvl="1" marL="914400" rtl="0" algn="l">
              <a:lnSpc>
                <a:spcPct val="115000"/>
              </a:lnSpc>
              <a:spcBef>
                <a:spcPts val="0"/>
              </a:spcBef>
              <a:spcAft>
                <a:spcPts val="0"/>
              </a:spcAft>
              <a:buClr>
                <a:schemeClr val="dk1"/>
              </a:buClr>
              <a:buSzPts val="1100"/>
              <a:buChar char="○"/>
            </a:pPr>
            <a:r>
              <a:rPr lang="en-IN" sz="1100">
                <a:solidFill>
                  <a:schemeClr val="dk1"/>
                </a:solidFill>
              </a:rPr>
              <a:t>Background services</a:t>
            </a:r>
            <a:br>
              <a:rPr lang="en-IN" sz="1100">
                <a:solidFill>
                  <a:schemeClr val="dk1"/>
                </a:solidFill>
              </a:rPr>
            </a:b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IN" sz="1100">
                <a:solidFill>
                  <a:schemeClr val="dk1"/>
                </a:solidFill>
              </a:rPr>
              <a:t>And then test each call with </a:t>
            </a:r>
            <a:r>
              <a:rPr b="1" lang="en-IN" sz="1100">
                <a:solidFill>
                  <a:schemeClr val="dk1"/>
                </a:solidFill>
              </a:rPr>
              <a:t>every type of user</a:t>
            </a:r>
            <a:r>
              <a:rPr lang="en-IN" sz="1100">
                <a:solidFill>
                  <a:schemeClr val="dk1"/>
                </a:solidFill>
              </a:rPr>
              <a:t> to make sure they can only do what’s allowed.</a:t>
            </a:r>
            <a:endParaRPr sz="1100">
              <a:solidFill>
                <a:schemeClr val="dk1"/>
              </a:solidFill>
            </a:endParaRPr>
          </a:p>
        </p:txBody>
      </p: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1" name="Shape 591"/>
        <p:cNvGrpSpPr/>
        <p:nvPr/>
      </p:nvGrpSpPr>
      <p:grpSpPr>
        <a:xfrm>
          <a:off x="0" y="0"/>
          <a:ext cx="0" cy="0"/>
          <a:chOff x="0" y="0"/>
          <a:chExt cx="0" cy="0"/>
        </a:xfrm>
      </p:grpSpPr>
      <p:sp>
        <p:nvSpPr>
          <p:cNvPr id="592" name="Google Shape;592;g39c5a9a39d7_0_9"/>
          <p:cNvSpPr txBox="1"/>
          <p:nvPr/>
        </p:nvSpPr>
        <p:spPr>
          <a:xfrm>
            <a:off x="166100" y="323225"/>
            <a:ext cx="11710200" cy="1569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IN" sz="1800">
                <a:solidFill>
                  <a:srgbClr val="3F3F3F"/>
                </a:solidFill>
                <a:latin typeface="Meiryo"/>
                <a:ea typeface="Meiryo"/>
                <a:cs typeface="Meiryo"/>
                <a:sym typeface="Meiryo"/>
              </a:rPr>
              <a:t>Objective : This page should only be accessible by the admin user. Your challenge is to gain access to the features using one of the other users, for example gordonb / abc123.</a:t>
            </a:r>
            <a:endParaRPr sz="1800">
              <a:solidFill>
                <a:srgbClr val="3F3F3F"/>
              </a:solidFill>
              <a:latin typeface="Meiryo"/>
              <a:ea typeface="Meiryo"/>
              <a:cs typeface="Meiryo"/>
              <a:sym typeface="Meiryo"/>
            </a:endParaRPr>
          </a:p>
          <a:p>
            <a:pPr indent="0" lvl="0" marL="0" rtl="0" algn="l">
              <a:spcBef>
                <a:spcPts val="0"/>
              </a:spcBef>
              <a:spcAft>
                <a:spcPts val="0"/>
              </a:spcAft>
              <a:buNone/>
            </a:pPr>
            <a:r>
              <a:t/>
            </a:r>
            <a:endParaRPr sz="1800">
              <a:solidFill>
                <a:srgbClr val="3F3F3F"/>
              </a:solidFill>
              <a:latin typeface="Meiryo"/>
              <a:ea typeface="Meiryo"/>
              <a:cs typeface="Meiryo"/>
              <a:sym typeface="Meiryo"/>
            </a:endParaRPr>
          </a:p>
          <a:p>
            <a:pPr indent="0" lvl="0" marL="0" rtl="0" algn="l">
              <a:spcBef>
                <a:spcPts val="0"/>
              </a:spcBef>
              <a:spcAft>
                <a:spcPts val="0"/>
              </a:spcAft>
              <a:buNone/>
            </a:pPr>
            <a:r>
              <a:rPr lang="en-IN" sz="1800">
                <a:solidFill>
                  <a:srgbClr val="3F3F3F"/>
                </a:solidFill>
                <a:latin typeface="Meiryo"/>
                <a:ea typeface="Meiryo"/>
                <a:cs typeface="Meiryo"/>
                <a:sym typeface="Meiryo"/>
              </a:rPr>
              <a:t>Firstly this lab is only accessible by admin user it won’t be visible in any other user. So we will login as gordonb in a private window</a:t>
            </a:r>
            <a:endParaRPr sz="1800">
              <a:solidFill>
                <a:srgbClr val="3F3F3F"/>
              </a:solidFill>
              <a:latin typeface="Meiryo"/>
              <a:ea typeface="Meiryo"/>
              <a:cs typeface="Meiryo"/>
              <a:sym typeface="Meiryo"/>
            </a:endParaRPr>
          </a:p>
        </p:txBody>
      </p:sp>
      <p:pic>
        <p:nvPicPr>
          <p:cNvPr id="593" name="Google Shape;593;g39c5a9a39d7_0_9"/>
          <p:cNvPicPr preferRelativeResize="0"/>
          <p:nvPr/>
        </p:nvPicPr>
        <p:blipFill>
          <a:blip r:embed="rId3">
            <a:alphaModFix/>
          </a:blip>
          <a:stretch>
            <a:fillRect/>
          </a:stretch>
        </p:blipFill>
        <p:spPr>
          <a:xfrm>
            <a:off x="152400" y="1768625"/>
            <a:ext cx="5395925" cy="4936977"/>
          </a:xfrm>
          <a:prstGeom prst="rect">
            <a:avLst/>
          </a:prstGeom>
          <a:noFill/>
          <a:ln>
            <a:noFill/>
          </a:ln>
        </p:spPr>
      </p:pic>
      <p:pic>
        <p:nvPicPr>
          <p:cNvPr id="594" name="Google Shape;594;g39c5a9a39d7_0_9" title="Screenshot 2025-10-23 at 5.15.25 PM.png"/>
          <p:cNvPicPr preferRelativeResize="0"/>
          <p:nvPr/>
        </p:nvPicPr>
        <p:blipFill>
          <a:blip r:embed="rId4">
            <a:alphaModFix/>
          </a:blip>
          <a:stretch>
            <a:fillRect/>
          </a:stretch>
        </p:blipFill>
        <p:spPr>
          <a:xfrm>
            <a:off x="6174750" y="1810600"/>
            <a:ext cx="5217700" cy="4814624"/>
          </a:xfrm>
          <a:prstGeom prst="rect">
            <a:avLst/>
          </a:prstGeom>
          <a:noFill/>
          <a:ln>
            <a:noFill/>
          </a:ln>
        </p:spPr>
      </p:pic>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9" name="Shape 599"/>
        <p:cNvGrpSpPr/>
        <p:nvPr/>
      </p:nvGrpSpPr>
      <p:grpSpPr>
        <a:xfrm>
          <a:off x="0" y="0"/>
          <a:ext cx="0" cy="0"/>
          <a:chOff x="0" y="0"/>
          <a:chExt cx="0" cy="0"/>
        </a:xfrm>
      </p:grpSpPr>
      <p:pic>
        <p:nvPicPr>
          <p:cNvPr id="600" name="Google Shape;600;g39c5a9a39d7_0_24" title="Screenshot 2025-10-23 at 5.18.21 PM.png"/>
          <p:cNvPicPr preferRelativeResize="0"/>
          <p:nvPr/>
        </p:nvPicPr>
        <p:blipFill>
          <a:blip r:embed="rId3">
            <a:alphaModFix/>
          </a:blip>
          <a:stretch>
            <a:fillRect/>
          </a:stretch>
        </p:blipFill>
        <p:spPr>
          <a:xfrm>
            <a:off x="240725" y="369525"/>
            <a:ext cx="7713351" cy="5451851"/>
          </a:xfrm>
          <a:prstGeom prst="rect">
            <a:avLst/>
          </a:prstGeom>
          <a:noFill/>
          <a:ln>
            <a:noFill/>
          </a:ln>
        </p:spPr>
      </p:pic>
      <p:sp>
        <p:nvSpPr>
          <p:cNvPr id="601" name="Google Shape;601;g39c5a9a39d7_0_24"/>
          <p:cNvSpPr txBox="1"/>
          <p:nvPr/>
        </p:nvSpPr>
        <p:spPr>
          <a:xfrm>
            <a:off x="8398625" y="287075"/>
            <a:ext cx="3799500" cy="1569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IN" sz="1800">
                <a:solidFill>
                  <a:srgbClr val="3F3F3F"/>
                </a:solidFill>
                <a:latin typeface="Meiryo"/>
                <a:ea typeface="Meiryo"/>
                <a:cs typeface="Meiryo"/>
                <a:sym typeface="Meiryo"/>
              </a:rPr>
              <a:t>So </a:t>
            </a:r>
            <a:r>
              <a:rPr lang="en-IN" sz="1800">
                <a:solidFill>
                  <a:srgbClr val="3F3F3F"/>
                </a:solidFill>
                <a:latin typeface="Meiryo"/>
                <a:ea typeface="Meiryo"/>
                <a:cs typeface="Meiryo"/>
                <a:sym typeface="Meiryo"/>
              </a:rPr>
              <a:t>burp suite</a:t>
            </a:r>
            <a:r>
              <a:rPr lang="en-IN" sz="1800">
                <a:solidFill>
                  <a:srgbClr val="3F3F3F"/>
                </a:solidFill>
                <a:latin typeface="Meiryo"/>
                <a:ea typeface="Meiryo"/>
                <a:cs typeface="Meiryo"/>
                <a:sym typeface="Meiryo"/>
              </a:rPr>
              <a:t> had intercepted a get request when i logged in as admin so using this url and pasting it in </a:t>
            </a:r>
            <a:r>
              <a:rPr lang="en-IN" sz="1800">
                <a:solidFill>
                  <a:srgbClr val="3F3F3F"/>
                </a:solidFill>
                <a:latin typeface="Meiryo"/>
                <a:ea typeface="Meiryo"/>
                <a:cs typeface="Meiryo"/>
                <a:sym typeface="Meiryo"/>
              </a:rPr>
              <a:t>the private window gets us authorised to access that page.</a:t>
            </a:r>
            <a:endParaRPr sz="1800">
              <a:solidFill>
                <a:srgbClr val="3F3F3F"/>
              </a:solidFill>
              <a:latin typeface="Meiryo"/>
              <a:ea typeface="Meiryo"/>
              <a:cs typeface="Meiryo"/>
              <a:sym typeface="Meiryo"/>
            </a:endParaRPr>
          </a:p>
        </p:txBody>
      </p:sp>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6" name="Shape 606"/>
        <p:cNvGrpSpPr/>
        <p:nvPr/>
      </p:nvGrpSpPr>
      <p:grpSpPr>
        <a:xfrm>
          <a:off x="0" y="0"/>
          <a:ext cx="0" cy="0"/>
          <a:chOff x="0" y="0"/>
          <a:chExt cx="0" cy="0"/>
        </a:xfrm>
      </p:grpSpPr>
      <p:pic>
        <p:nvPicPr>
          <p:cNvPr id="607" name="Google Shape;607;g39c5a9a39d7_0_18" title="Screenshot 2025-10-23 at 5.17.38 PM.png"/>
          <p:cNvPicPr preferRelativeResize="0"/>
          <p:nvPr/>
        </p:nvPicPr>
        <p:blipFill>
          <a:blip r:embed="rId3">
            <a:alphaModFix/>
          </a:blip>
          <a:stretch>
            <a:fillRect/>
          </a:stretch>
        </p:blipFill>
        <p:spPr>
          <a:xfrm>
            <a:off x="1016274" y="106350"/>
            <a:ext cx="9996605" cy="6858002"/>
          </a:xfrm>
          <a:prstGeom prst="rect">
            <a:avLst/>
          </a:prstGeom>
          <a:noFill/>
          <a:ln>
            <a:noFill/>
          </a:ln>
        </p:spPr>
      </p:pic>
      <p:sp>
        <p:nvSpPr>
          <p:cNvPr id="608" name="Google Shape;608;g39c5a9a39d7_0_18"/>
          <p:cNvSpPr txBox="1"/>
          <p:nvPr/>
        </p:nvSpPr>
        <p:spPr>
          <a:xfrm>
            <a:off x="1214225" y="106350"/>
            <a:ext cx="52044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800">
              <a:solidFill>
                <a:srgbClr val="3F3F3F"/>
              </a:solidFill>
              <a:latin typeface="Meiryo"/>
              <a:ea typeface="Meiryo"/>
              <a:cs typeface="Meiryo"/>
              <a:sym typeface="Meiryo"/>
            </a:endParaRPr>
          </a:p>
        </p:txBody>
      </p:sp>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3" name="Shape 613"/>
        <p:cNvGrpSpPr/>
        <p:nvPr/>
      </p:nvGrpSpPr>
      <p:grpSpPr>
        <a:xfrm>
          <a:off x="0" y="0"/>
          <a:ext cx="0" cy="0"/>
          <a:chOff x="0" y="0"/>
          <a:chExt cx="0" cy="0"/>
        </a:xfrm>
      </p:grpSpPr>
      <p:pic>
        <p:nvPicPr>
          <p:cNvPr id="614" name="Google Shape;614;g39c5a9a39d7_0_31" title="Screenshot 2025-10-23 at 5.22.46 PM.png"/>
          <p:cNvPicPr preferRelativeResize="0"/>
          <p:nvPr/>
        </p:nvPicPr>
        <p:blipFill>
          <a:blip r:embed="rId3">
            <a:alphaModFix/>
          </a:blip>
          <a:stretch>
            <a:fillRect/>
          </a:stretch>
        </p:blipFill>
        <p:spPr>
          <a:xfrm>
            <a:off x="152400" y="863500"/>
            <a:ext cx="11887201" cy="5130999"/>
          </a:xfrm>
          <a:prstGeom prst="rect">
            <a:avLst/>
          </a:prstGeom>
          <a:noFill/>
          <a:ln>
            <a:noFill/>
          </a:ln>
        </p:spPr>
      </p:pic>
      <p:sp>
        <p:nvSpPr>
          <p:cNvPr id="615" name="Google Shape;615;g39c5a9a39d7_0_31"/>
          <p:cNvSpPr txBox="1"/>
          <p:nvPr/>
        </p:nvSpPr>
        <p:spPr>
          <a:xfrm>
            <a:off x="202250" y="214800"/>
            <a:ext cx="117372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IN" sz="1800">
                <a:solidFill>
                  <a:srgbClr val="3F3F3F"/>
                </a:solidFill>
                <a:latin typeface="Meiryo"/>
                <a:ea typeface="Meiryo"/>
                <a:cs typeface="Meiryo"/>
                <a:sym typeface="Meiryo"/>
              </a:rPr>
              <a:t>Earlier we had access to the html of the page. What if the user blocked the access of </a:t>
            </a:r>
            <a:r>
              <a:rPr lang="en-IN" sz="1800">
                <a:solidFill>
                  <a:srgbClr val="3F3F3F"/>
                </a:solidFill>
                <a:latin typeface="Meiryo"/>
                <a:ea typeface="Meiryo"/>
                <a:cs typeface="Meiryo"/>
                <a:sym typeface="Meiryo"/>
              </a:rPr>
              <a:t>html</a:t>
            </a:r>
            <a:r>
              <a:rPr lang="en-IN" sz="1800">
                <a:solidFill>
                  <a:srgbClr val="3F3F3F"/>
                </a:solidFill>
                <a:latin typeface="Meiryo"/>
                <a:ea typeface="Meiryo"/>
                <a:cs typeface="Meiryo"/>
                <a:sym typeface="Meiryo"/>
              </a:rPr>
              <a:t> then how can we see the page </a:t>
            </a:r>
            <a:endParaRPr sz="1800">
              <a:solidFill>
                <a:srgbClr val="3F3F3F"/>
              </a:solidFill>
              <a:latin typeface="Meiryo"/>
              <a:ea typeface="Meiryo"/>
              <a:cs typeface="Meiryo"/>
              <a:sym typeface="Meiryo"/>
            </a:endParaRPr>
          </a:p>
        </p:txBody>
      </p:sp>
      <p:sp>
        <p:nvSpPr>
          <p:cNvPr id="616" name="Google Shape;616;g39c5a9a39d7_0_31"/>
          <p:cNvSpPr txBox="1"/>
          <p:nvPr/>
        </p:nvSpPr>
        <p:spPr>
          <a:xfrm>
            <a:off x="166100" y="6250550"/>
            <a:ext cx="116289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IN" sz="1800">
                <a:solidFill>
                  <a:srgbClr val="3F3F3F"/>
                </a:solidFill>
                <a:latin typeface="Meiryo"/>
                <a:ea typeface="Meiryo"/>
                <a:cs typeface="Meiryo"/>
                <a:sym typeface="Meiryo"/>
              </a:rPr>
              <a:t>Get request for this will be shown in the burp. </a:t>
            </a:r>
            <a:r>
              <a:rPr lang="en-IN" sz="1800">
                <a:solidFill>
                  <a:srgbClr val="3F3F3F"/>
                </a:solidFill>
                <a:latin typeface="Meiryo"/>
                <a:ea typeface="Meiryo"/>
                <a:cs typeface="Meiryo"/>
                <a:sym typeface="Meiryo"/>
              </a:rPr>
              <a:t>we can try to see if other request types are blocked as well or not. </a:t>
            </a:r>
            <a:endParaRPr sz="1800">
              <a:solidFill>
                <a:srgbClr val="3F3F3F"/>
              </a:solidFill>
              <a:latin typeface="Meiryo"/>
              <a:ea typeface="Meiryo"/>
              <a:cs typeface="Meiryo"/>
              <a:sym typeface="Meiryo"/>
            </a:endParaRPr>
          </a:p>
          <a:p>
            <a:pPr indent="0" lvl="0" marL="0" rtl="0" algn="l">
              <a:spcBef>
                <a:spcPts val="0"/>
              </a:spcBef>
              <a:spcAft>
                <a:spcPts val="0"/>
              </a:spcAft>
              <a:buNone/>
            </a:pPr>
            <a:r>
              <a:t/>
            </a:r>
            <a:endParaRPr sz="1800">
              <a:solidFill>
                <a:srgbClr val="3F3F3F"/>
              </a:solidFill>
              <a:latin typeface="Meiryo"/>
              <a:ea typeface="Meiryo"/>
              <a:cs typeface="Meiryo"/>
              <a:sym typeface="Meiryo"/>
            </a:endParaRPr>
          </a:p>
        </p:txBody>
      </p:sp>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1" name="Shape 621"/>
        <p:cNvGrpSpPr/>
        <p:nvPr/>
      </p:nvGrpSpPr>
      <p:grpSpPr>
        <a:xfrm>
          <a:off x="0" y="0"/>
          <a:ext cx="0" cy="0"/>
          <a:chOff x="0" y="0"/>
          <a:chExt cx="0" cy="0"/>
        </a:xfrm>
      </p:grpSpPr>
      <p:sp>
        <p:nvSpPr>
          <p:cNvPr id="622" name="Google Shape;622;g39c5a9a39d7_0_38"/>
          <p:cNvSpPr txBox="1"/>
          <p:nvPr/>
        </p:nvSpPr>
        <p:spPr>
          <a:xfrm>
            <a:off x="129950" y="223825"/>
            <a:ext cx="118005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IN" sz="1800">
                <a:solidFill>
                  <a:srgbClr val="3F3F3F"/>
                </a:solidFill>
                <a:latin typeface="Meiryo"/>
                <a:ea typeface="Meiryo"/>
                <a:cs typeface="Meiryo"/>
                <a:sym typeface="Meiryo"/>
              </a:rPr>
              <a:t>Since other request types are also forbidden or unauthorised we will try another method.</a:t>
            </a:r>
            <a:endParaRPr sz="1800">
              <a:solidFill>
                <a:srgbClr val="3F3F3F"/>
              </a:solidFill>
              <a:latin typeface="Meiryo"/>
              <a:ea typeface="Meiryo"/>
              <a:cs typeface="Meiryo"/>
              <a:sym typeface="Meiryo"/>
            </a:endParaRPr>
          </a:p>
        </p:txBody>
      </p:sp>
      <p:pic>
        <p:nvPicPr>
          <p:cNvPr id="623" name="Google Shape;623;g39c5a9a39d7_0_38" title="Screenshot 2025-10-23 at 5.48.44 PM.png"/>
          <p:cNvPicPr preferRelativeResize="0"/>
          <p:nvPr/>
        </p:nvPicPr>
        <p:blipFill>
          <a:blip r:embed="rId3">
            <a:alphaModFix/>
          </a:blip>
          <a:stretch>
            <a:fillRect/>
          </a:stretch>
        </p:blipFill>
        <p:spPr>
          <a:xfrm>
            <a:off x="129950" y="1162425"/>
            <a:ext cx="5929258" cy="4533149"/>
          </a:xfrm>
          <a:prstGeom prst="rect">
            <a:avLst/>
          </a:prstGeom>
          <a:noFill/>
          <a:ln>
            <a:noFill/>
          </a:ln>
        </p:spPr>
      </p:pic>
      <p:pic>
        <p:nvPicPr>
          <p:cNvPr id="624" name="Google Shape;624;g39c5a9a39d7_0_38" title="Screenshot 2025-10-23 at 5.49.37 PM.png"/>
          <p:cNvPicPr preferRelativeResize="0"/>
          <p:nvPr/>
        </p:nvPicPr>
        <p:blipFill>
          <a:blip r:embed="rId4">
            <a:alphaModFix/>
          </a:blip>
          <a:stretch>
            <a:fillRect/>
          </a:stretch>
        </p:blipFill>
        <p:spPr>
          <a:xfrm>
            <a:off x="6211608" y="837925"/>
            <a:ext cx="5827993" cy="4750549"/>
          </a:xfrm>
          <a:prstGeom prst="rect">
            <a:avLst/>
          </a:prstGeom>
          <a:noFill/>
          <a:ln>
            <a:noFill/>
          </a:ln>
        </p:spPr>
      </p:pic>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9" name="Shape 629"/>
        <p:cNvGrpSpPr/>
        <p:nvPr/>
      </p:nvGrpSpPr>
      <p:grpSpPr>
        <a:xfrm>
          <a:off x="0" y="0"/>
          <a:ext cx="0" cy="0"/>
          <a:chOff x="0" y="0"/>
          <a:chExt cx="0" cy="0"/>
        </a:xfrm>
      </p:grpSpPr>
      <p:sp>
        <p:nvSpPr>
          <p:cNvPr id="630" name="Google Shape;630;g39c5a9a39d7_0_46"/>
          <p:cNvSpPr txBox="1"/>
          <p:nvPr/>
        </p:nvSpPr>
        <p:spPr>
          <a:xfrm>
            <a:off x="283550" y="0"/>
            <a:ext cx="111771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IN" sz="1800">
                <a:solidFill>
                  <a:srgbClr val="3F3F3F"/>
                </a:solidFill>
                <a:latin typeface="Meiryo"/>
                <a:ea typeface="Meiryo"/>
                <a:cs typeface="Meiryo"/>
                <a:sym typeface="Meiryo"/>
              </a:rPr>
              <a:t>Next we can try is to change the request method to POST. But as seen that didn’t pass the authorisation as well.</a:t>
            </a:r>
            <a:endParaRPr sz="1800">
              <a:solidFill>
                <a:srgbClr val="3F3F3F"/>
              </a:solidFill>
              <a:latin typeface="Meiryo"/>
              <a:ea typeface="Meiryo"/>
              <a:cs typeface="Meiryo"/>
              <a:sym typeface="Meiryo"/>
            </a:endParaRPr>
          </a:p>
        </p:txBody>
      </p:sp>
      <p:sp>
        <p:nvSpPr>
          <p:cNvPr id="631" name="Google Shape;631;g39c5a9a39d7_0_46"/>
          <p:cNvSpPr txBox="1"/>
          <p:nvPr/>
        </p:nvSpPr>
        <p:spPr>
          <a:xfrm>
            <a:off x="7584300" y="1235800"/>
            <a:ext cx="4613700" cy="1293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IN" sz="1800">
                <a:solidFill>
                  <a:srgbClr val="3F3F3F"/>
                </a:solidFill>
                <a:latin typeface="Meiryo"/>
                <a:ea typeface="Meiryo"/>
                <a:cs typeface="Meiryo"/>
                <a:sym typeface="Meiryo"/>
              </a:rPr>
              <a:t>Since none of them works what we can do is we can look into burp suite http history there we will get admin </a:t>
            </a:r>
            <a:r>
              <a:rPr lang="en-IN" sz="1800">
                <a:solidFill>
                  <a:srgbClr val="3F3F3F"/>
                </a:solidFill>
                <a:latin typeface="Meiryo"/>
                <a:ea typeface="Meiryo"/>
                <a:cs typeface="Meiryo"/>
                <a:sym typeface="Meiryo"/>
              </a:rPr>
              <a:t>account get request where the users were shown we will try to access that.</a:t>
            </a:r>
            <a:endParaRPr sz="1800">
              <a:solidFill>
                <a:srgbClr val="3F3F3F"/>
              </a:solidFill>
              <a:latin typeface="Meiryo"/>
              <a:ea typeface="Meiryo"/>
              <a:cs typeface="Meiryo"/>
              <a:sym typeface="Meiryo"/>
            </a:endParaRPr>
          </a:p>
        </p:txBody>
      </p:sp>
      <p:pic>
        <p:nvPicPr>
          <p:cNvPr id="632" name="Google Shape;632;g39c5a9a39d7_0_46" title="Screenshot 2025-10-23 at 5.43.27 PM.png"/>
          <p:cNvPicPr preferRelativeResize="0"/>
          <p:nvPr/>
        </p:nvPicPr>
        <p:blipFill>
          <a:blip r:embed="rId3">
            <a:alphaModFix/>
          </a:blip>
          <a:stretch>
            <a:fillRect/>
          </a:stretch>
        </p:blipFill>
        <p:spPr>
          <a:xfrm>
            <a:off x="4186925" y="2885700"/>
            <a:ext cx="7652675" cy="3916025"/>
          </a:xfrm>
          <a:prstGeom prst="rect">
            <a:avLst/>
          </a:prstGeom>
          <a:noFill/>
          <a:ln>
            <a:noFill/>
          </a:ln>
        </p:spPr>
      </p:pic>
      <p:pic>
        <p:nvPicPr>
          <p:cNvPr id="633" name="Google Shape;633;g39c5a9a39d7_0_46" title="Screenshot 2025-10-23 at 5.50.15 PM.png"/>
          <p:cNvPicPr preferRelativeResize="0"/>
          <p:nvPr/>
        </p:nvPicPr>
        <p:blipFill>
          <a:blip r:embed="rId4">
            <a:alphaModFix/>
          </a:blip>
          <a:stretch>
            <a:fillRect/>
          </a:stretch>
        </p:blipFill>
        <p:spPr>
          <a:xfrm>
            <a:off x="152400" y="614100"/>
            <a:ext cx="3882125" cy="3170854"/>
          </a:xfrm>
          <a:prstGeom prst="rect">
            <a:avLst/>
          </a:prstGeom>
          <a:noFill/>
          <a:ln>
            <a:noFill/>
          </a:ln>
        </p:spPr>
      </p:pic>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8" name="Shape 638"/>
        <p:cNvGrpSpPr/>
        <p:nvPr/>
      </p:nvGrpSpPr>
      <p:grpSpPr>
        <a:xfrm>
          <a:off x="0" y="0"/>
          <a:ext cx="0" cy="0"/>
          <a:chOff x="0" y="0"/>
          <a:chExt cx="0" cy="0"/>
        </a:xfrm>
      </p:grpSpPr>
      <p:pic>
        <p:nvPicPr>
          <p:cNvPr id="639" name="Google Shape;639;g39c5a9a39d7_0_54" title="Screenshot 2025-10-23 at 5.50.54 PM.png"/>
          <p:cNvPicPr preferRelativeResize="0"/>
          <p:nvPr/>
        </p:nvPicPr>
        <p:blipFill>
          <a:blip r:embed="rId3">
            <a:alphaModFix/>
          </a:blip>
          <a:stretch>
            <a:fillRect/>
          </a:stretch>
        </p:blipFill>
        <p:spPr>
          <a:xfrm>
            <a:off x="152400" y="152400"/>
            <a:ext cx="11887201" cy="3598664"/>
          </a:xfrm>
          <a:prstGeom prst="rect">
            <a:avLst/>
          </a:prstGeom>
          <a:noFill/>
          <a:ln>
            <a:noFill/>
          </a:ln>
        </p:spPr>
      </p:pic>
      <p:sp>
        <p:nvSpPr>
          <p:cNvPr id="640" name="Google Shape;640;g39c5a9a39d7_0_54"/>
          <p:cNvSpPr txBox="1"/>
          <p:nvPr/>
        </p:nvSpPr>
        <p:spPr>
          <a:xfrm>
            <a:off x="175125" y="4190450"/>
            <a:ext cx="114390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IN" sz="1800">
                <a:solidFill>
                  <a:srgbClr val="3F3F3F"/>
                </a:solidFill>
                <a:latin typeface="Meiryo"/>
                <a:ea typeface="Meiryo"/>
                <a:cs typeface="Meiryo"/>
                <a:sym typeface="Meiryo"/>
              </a:rPr>
              <a:t>So we basically tried to access the file. We get this data directly back from the API. We can see it but we can’t interact with it or change it.</a:t>
            </a:r>
            <a:endParaRPr sz="1800">
              <a:solidFill>
                <a:srgbClr val="3F3F3F"/>
              </a:solidFill>
              <a:latin typeface="Meiryo"/>
              <a:ea typeface="Meiryo"/>
              <a:cs typeface="Meiryo"/>
              <a:sym typeface="Meiryo"/>
            </a:endParaRPr>
          </a:p>
        </p:txBody>
      </p:sp>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5" name="Shape 645"/>
        <p:cNvGrpSpPr/>
        <p:nvPr/>
      </p:nvGrpSpPr>
      <p:grpSpPr>
        <a:xfrm>
          <a:off x="0" y="0"/>
          <a:ext cx="0" cy="0"/>
          <a:chOff x="0" y="0"/>
          <a:chExt cx="0" cy="0"/>
        </a:xfrm>
      </p:grpSpPr>
      <p:sp>
        <p:nvSpPr>
          <p:cNvPr id="646" name="Google Shape;646;g39484645258_0_236"/>
          <p:cNvSpPr txBox="1"/>
          <p:nvPr/>
        </p:nvSpPr>
        <p:spPr>
          <a:xfrm>
            <a:off x="813200" y="2557075"/>
            <a:ext cx="10096200" cy="1293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IN" sz="1800">
                <a:solidFill>
                  <a:schemeClr val="dk1"/>
                </a:solidFill>
              </a:rPr>
              <a:t>Post-Test Cleanup:</a:t>
            </a:r>
            <a:endParaRPr b="1" sz="1800">
              <a:solidFill>
                <a:schemeClr val="dk1"/>
              </a:solidFill>
            </a:endParaRPr>
          </a:p>
          <a:p>
            <a:pPr indent="0" lvl="0" marL="0" rtl="0" algn="l">
              <a:spcBef>
                <a:spcPts val="0"/>
              </a:spcBef>
              <a:spcAft>
                <a:spcPts val="0"/>
              </a:spcAft>
              <a:buNone/>
            </a:pPr>
            <a:r>
              <a:rPr lang="en-IN" sz="1800">
                <a:solidFill>
                  <a:schemeClr val="dk1"/>
                </a:solidFill>
              </a:rPr>
              <a:t>Since the assessment was performed on the DVWA lab within a virtual environment, all changes were automatically reverted after the session ended. No real systems were affected. The DVWA database was reset using the built-in “Setup / Reset DB” option to restore the default state.</a:t>
            </a:r>
            <a:endParaRPr sz="1800"/>
          </a:p>
        </p:txBody>
      </p:sp>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0" name="Shape 650"/>
        <p:cNvGrpSpPr/>
        <p:nvPr/>
      </p:nvGrpSpPr>
      <p:grpSpPr>
        <a:xfrm>
          <a:off x="0" y="0"/>
          <a:ext cx="0" cy="0"/>
          <a:chOff x="0" y="0"/>
          <a:chExt cx="0" cy="0"/>
        </a:xfrm>
      </p:grpSpPr>
      <p:sp>
        <p:nvSpPr>
          <p:cNvPr id="651" name="Google Shape;651;h7fed2e4ee422cb1e_0_0"/>
          <p:cNvSpPr txBox="1"/>
          <p:nvPr/>
        </p:nvSpPr>
        <p:spPr>
          <a:xfrm>
            <a:off x="0" y="0"/>
            <a:ext cx="11759700" cy="6108300"/>
          </a:xfrm>
          <a:prstGeom prst="rect">
            <a:avLst/>
          </a:prstGeom>
          <a:noFill/>
          <a:ln>
            <a:noFill/>
          </a:ln>
        </p:spPr>
        <p:txBody>
          <a:bodyPr anchorCtr="0" anchor="t" bIns="121900" lIns="121900" spcFirstLastPara="1" rIns="121900" wrap="square" tIns="121900">
            <a:spAutoFit/>
          </a:bodyPr>
          <a:lstStyle/>
          <a:p>
            <a:pPr indent="0" lvl="0" marL="0" rtl="0" algn="l">
              <a:lnSpc>
                <a:spcPct val="115000"/>
              </a:lnSpc>
              <a:spcBef>
                <a:spcPts val="0"/>
              </a:spcBef>
              <a:spcAft>
                <a:spcPts val="0"/>
              </a:spcAft>
              <a:buNone/>
            </a:pPr>
            <a:r>
              <a:rPr lang="en-IN" sz="1900">
                <a:solidFill>
                  <a:srgbClr val="3F3F3F"/>
                </a:solidFill>
                <a:latin typeface="Meiryo"/>
                <a:ea typeface="Meiryo"/>
                <a:cs typeface="Meiryo"/>
                <a:sym typeface="Meiryo"/>
              </a:rPr>
              <a:t>Methodology</a:t>
            </a:r>
            <a:endParaRPr sz="1900">
              <a:solidFill>
                <a:srgbClr val="3F3F3F"/>
              </a:solidFill>
              <a:latin typeface="Meiryo"/>
              <a:ea typeface="Meiryo"/>
              <a:cs typeface="Meiryo"/>
              <a:sym typeface="Meiryo"/>
            </a:endParaRPr>
          </a:p>
          <a:p>
            <a:pPr indent="0" lvl="0" marL="0" rtl="0" algn="l">
              <a:lnSpc>
                <a:spcPct val="115000"/>
              </a:lnSpc>
              <a:spcBef>
                <a:spcPts val="0"/>
              </a:spcBef>
              <a:spcAft>
                <a:spcPts val="0"/>
              </a:spcAft>
              <a:buNone/>
            </a:pPr>
            <a:r>
              <a:rPr lang="en-IN" sz="1500">
                <a:solidFill>
                  <a:schemeClr val="dk1"/>
                </a:solidFill>
                <a:latin typeface="Times New Roman"/>
                <a:ea typeface="Times New Roman"/>
                <a:cs typeface="Times New Roman"/>
                <a:sym typeface="Times New Roman"/>
              </a:rPr>
              <a:t>This assessment followed a structured four-stage web application penetration testing methodology, applied consistently across every vulnerability class tested in this project:</a:t>
            </a:r>
            <a:endParaRPr sz="1500">
              <a:solidFill>
                <a:schemeClr val="dk1"/>
              </a:solidFill>
              <a:latin typeface="Times New Roman"/>
              <a:ea typeface="Times New Roman"/>
              <a:cs typeface="Times New Roman"/>
              <a:sym typeface="Times New Roman"/>
            </a:endParaRPr>
          </a:p>
          <a:p>
            <a:pPr indent="0" lvl="0" marL="0" rtl="0" algn="l">
              <a:lnSpc>
                <a:spcPct val="115000"/>
              </a:lnSpc>
              <a:spcBef>
                <a:spcPts val="1500"/>
              </a:spcBef>
              <a:spcAft>
                <a:spcPts val="0"/>
              </a:spcAft>
              <a:buNone/>
            </a:pPr>
            <a:r>
              <a:rPr b="1" lang="en-IN" sz="1500">
                <a:solidFill>
                  <a:schemeClr val="dk1"/>
                </a:solidFill>
                <a:latin typeface="Times New Roman"/>
                <a:ea typeface="Times New Roman"/>
                <a:cs typeface="Times New Roman"/>
                <a:sym typeface="Times New Roman"/>
              </a:rPr>
              <a:t>1. Reconnaissance &amp; Mapping</a:t>
            </a:r>
            <a:endParaRPr b="1" sz="1500">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0"/>
              </a:spcAft>
              <a:buNone/>
            </a:pPr>
            <a:r>
              <a:rPr lang="en-IN" sz="1500">
                <a:solidFill>
                  <a:schemeClr val="dk1"/>
                </a:solidFill>
                <a:latin typeface="Times New Roman"/>
                <a:ea typeface="Times New Roman"/>
                <a:cs typeface="Times New Roman"/>
                <a:sym typeface="Times New Roman"/>
              </a:rPr>
              <a:t>Enumerate open ports, running services, and application endpoints (Nmap) and build a full map of pages, parameters, and HTTP methods (Burp Suite HTTP History) before any exploitation begins.</a:t>
            </a:r>
            <a:endParaRPr sz="1500">
              <a:solidFill>
                <a:schemeClr val="dk1"/>
              </a:solidFill>
              <a:latin typeface="Times New Roman"/>
              <a:ea typeface="Times New Roman"/>
              <a:cs typeface="Times New Roman"/>
              <a:sym typeface="Times New Roman"/>
            </a:endParaRPr>
          </a:p>
          <a:p>
            <a:pPr indent="0" lvl="0" marL="0" rtl="0" algn="l">
              <a:lnSpc>
                <a:spcPct val="115000"/>
              </a:lnSpc>
              <a:spcBef>
                <a:spcPts val="1500"/>
              </a:spcBef>
              <a:spcAft>
                <a:spcPts val="0"/>
              </a:spcAft>
              <a:buNone/>
            </a:pPr>
            <a:r>
              <a:rPr b="1" lang="en-IN" sz="1500">
                <a:solidFill>
                  <a:schemeClr val="dk1"/>
                </a:solidFill>
                <a:latin typeface="Times New Roman"/>
                <a:ea typeface="Times New Roman"/>
                <a:cs typeface="Times New Roman"/>
                <a:sym typeface="Times New Roman"/>
              </a:rPr>
              <a:t>2. Vulnerability Identification</a:t>
            </a:r>
            <a:endParaRPr b="1" sz="1500">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0"/>
              </a:spcAft>
              <a:buNone/>
            </a:pPr>
            <a:r>
              <a:rPr lang="en-IN" sz="1500">
                <a:solidFill>
                  <a:schemeClr val="dk1"/>
                </a:solidFill>
                <a:latin typeface="Times New Roman"/>
                <a:ea typeface="Times New Roman"/>
                <a:cs typeface="Times New Roman"/>
                <a:sym typeface="Times New Roman"/>
              </a:rPr>
              <a:t>Probe each discovered input/parameter with safe test payloads to confirm whether a vulnerability class (SQLi, XSS, broken access control) is actually present, before attempting full exploitation.</a:t>
            </a:r>
            <a:endParaRPr sz="1500">
              <a:solidFill>
                <a:schemeClr val="dk1"/>
              </a:solidFill>
              <a:latin typeface="Times New Roman"/>
              <a:ea typeface="Times New Roman"/>
              <a:cs typeface="Times New Roman"/>
              <a:sym typeface="Times New Roman"/>
            </a:endParaRPr>
          </a:p>
          <a:p>
            <a:pPr indent="0" lvl="0" marL="0" rtl="0" algn="l">
              <a:lnSpc>
                <a:spcPct val="115000"/>
              </a:lnSpc>
              <a:spcBef>
                <a:spcPts val="1500"/>
              </a:spcBef>
              <a:spcAft>
                <a:spcPts val="0"/>
              </a:spcAft>
              <a:buNone/>
            </a:pPr>
            <a:r>
              <a:rPr b="1" lang="en-IN" sz="1500">
                <a:solidFill>
                  <a:schemeClr val="dk1"/>
                </a:solidFill>
                <a:latin typeface="Times New Roman"/>
                <a:ea typeface="Times New Roman"/>
                <a:cs typeface="Times New Roman"/>
                <a:sym typeface="Times New Roman"/>
              </a:rPr>
              <a:t>3. Exploitation</a:t>
            </a:r>
            <a:endParaRPr b="1" sz="1500">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0"/>
              </a:spcAft>
              <a:buNone/>
            </a:pPr>
            <a:r>
              <a:rPr lang="en-IN" sz="1500">
                <a:solidFill>
                  <a:schemeClr val="dk1"/>
                </a:solidFill>
                <a:latin typeface="Times New Roman"/>
                <a:ea typeface="Times New Roman"/>
                <a:cs typeface="Times New Roman"/>
                <a:sym typeface="Times New Roman"/>
              </a:rPr>
              <a:t>Manually exploit the confirmed vulnerability first, to build a genuine understanding of the flaw, then (where applicable) automate repetitive extraction using Burp Intruder.</a:t>
            </a:r>
            <a:endParaRPr sz="1500">
              <a:solidFill>
                <a:schemeClr val="dk1"/>
              </a:solidFill>
              <a:latin typeface="Times New Roman"/>
              <a:ea typeface="Times New Roman"/>
              <a:cs typeface="Times New Roman"/>
              <a:sym typeface="Times New Roman"/>
            </a:endParaRPr>
          </a:p>
          <a:p>
            <a:pPr indent="0" lvl="0" marL="0" rtl="0" algn="l">
              <a:lnSpc>
                <a:spcPct val="115000"/>
              </a:lnSpc>
              <a:spcBef>
                <a:spcPts val="1500"/>
              </a:spcBef>
              <a:spcAft>
                <a:spcPts val="0"/>
              </a:spcAft>
              <a:buNone/>
            </a:pPr>
            <a:r>
              <a:rPr b="1" lang="en-IN" sz="1500">
                <a:solidFill>
                  <a:schemeClr val="dk1"/>
                </a:solidFill>
                <a:latin typeface="Times New Roman"/>
                <a:ea typeface="Times New Roman"/>
                <a:cs typeface="Times New Roman"/>
                <a:sym typeface="Times New Roman"/>
              </a:rPr>
              <a:t>4. Reporting &amp; Remediation</a:t>
            </a:r>
            <a:endParaRPr b="1" sz="1500">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0"/>
              </a:spcAft>
              <a:buNone/>
            </a:pPr>
            <a:r>
              <a:rPr lang="en-IN" sz="1500">
                <a:solidFill>
                  <a:schemeClr val="dk1"/>
                </a:solidFill>
                <a:latin typeface="Times New Roman"/>
                <a:ea typeface="Times New Roman"/>
                <a:cs typeface="Times New Roman"/>
                <a:sym typeface="Times New Roman"/>
              </a:rPr>
              <a:t>Document each finding with evidence (request/response captures), assess real-world impact, and map every finding to a concrete, actionable fix.</a:t>
            </a:r>
            <a:endParaRPr sz="1500">
              <a:solidFill>
                <a:schemeClr val="dk1"/>
              </a:solidFill>
              <a:latin typeface="Times New Roman"/>
              <a:ea typeface="Times New Roman"/>
              <a:cs typeface="Times New Roman"/>
              <a:sym typeface="Times New Roman"/>
            </a:endParaRPr>
          </a:p>
          <a:p>
            <a:pPr indent="0" lvl="0" marL="0" rtl="0" algn="l">
              <a:lnSpc>
                <a:spcPct val="115000"/>
              </a:lnSpc>
              <a:spcBef>
                <a:spcPts val="1500"/>
              </a:spcBef>
              <a:spcAft>
                <a:spcPts val="0"/>
              </a:spcAft>
              <a:buNone/>
            </a:pPr>
            <a:r>
              <a:rPr lang="en-IN" sz="1500">
                <a:solidFill>
                  <a:schemeClr val="dk1"/>
                </a:solidFill>
                <a:latin typeface="Times New Roman"/>
                <a:ea typeface="Times New Roman"/>
                <a:cs typeface="Times New Roman"/>
                <a:sym typeface="Times New Roman"/>
              </a:rPr>
              <a:t>This mirrors the standard methodology used in industry VAPT engagements (e.g. PTES / OWASP Testing Guide phases), and was applied identically whether the target vulnerability was SQL injection, XSS, or an authorization flaw.</a:t>
            </a:r>
            <a:endParaRPr sz="1500">
              <a:solidFill>
                <a:schemeClr val="dk1"/>
              </a:solidFill>
              <a:latin typeface="Times New Roman"/>
              <a:ea typeface="Times New Roman"/>
              <a:cs typeface="Times New Roman"/>
              <a:sym typeface="Times New Roman"/>
            </a:endParaRPr>
          </a:p>
        </p:txBody>
      </p:sp>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5" name="Shape 655"/>
        <p:cNvGrpSpPr/>
        <p:nvPr/>
      </p:nvGrpSpPr>
      <p:grpSpPr>
        <a:xfrm>
          <a:off x="0" y="0"/>
          <a:ext cx="0" cy="0"/>
          <a:chOff x="0" y="0"/>
          <a:chExt cx="0" cy="0"/>
        </a:xfrm>
      </p:grpSpPr>
      <p:sp>
        <p:nvSpPr>
          <p:cNvPr id="656" name="Google Shape;656;h7fed2e4ee422cb1e_0_4"/>
          <p:cNvSpPr txBox="1"/>
          <p:nvPr/>
        </p:nvSpPr>
        <p:spPr>
          <a:xfrm>
            <a:off x="0" y="0"/>
            <a:ext cx="11857500" cy="4153500"/>
          </a:xfrm>
          <a:prstGeom prst="rect">
            <a:avLst/>
          </a:prstGeom>
          <a:noFill/>
          <a:ln>
            <a:noFill/>
          </a:ln>
        </p:spPr>
        <p:txBody>
          <a:bodyPr anchorCtr="0" anchor="t" bIns="121900" lIns="121900" spcFirstLastPara="1" rIns="121900" wrap="square" tIns="121900">
            <a:spAutoFit/>
          </a:bodyPr>
          <a:lstStyle/>
          <a:p>
            <a:pPr indent="0" lvl="0" marL="0" rtl="0" algn="l">
              <a:lnSpc>
                <a:spcPct val="115000"/>
              </a:lnSpc>
              <a:spcBef>
                <a:spcPts val="0"/>
              </a:spcBef>
              <a:spcAft>
                <a:spcPts val="0"/>
              </a:spcAft>
              <a:buNone/>
            </a:pPr>
            <a:r>
              <a:rPr lang="en-IN" sz="1900">
                <a:solidFill>
                  <a:srgbClr val="3F3F3F"/>
                </a:solidFill>
                <a:latin typeface="Meiryo"/>
                <a:ea typeface="Meiryo"/>
                <a:cs typeface="Meiryo"/>
                <a:sym typeface="Meiryo"/>
              </a:rPr>
              <a:t>Remediation — SQL Injection</a:t>
            </a:r>
            <a:endParaRPr sz="1900">
              <a:solidFill>
                <a:srgbClr val="3F3F3F"/>
              </a:solidFill>
              <a:latin typeface="Meiryo"/>
              <a:ea typeface="Meiryo"/>
              <a:cs typeface="Meiryo"/>
              <a:sym typeface="Meiryo"/>
            </a:endParaRPr>
          </a:p>
          <a:p>
            <a:pPr indent="0" lvl="0" marL="0" rtl="0" algn="l">
              <a:lnSpc>
                <a:spcPct val="115000"/>
              </a:lnSpc>
              <a:spcBef>
                <a:spcPts val="0"/>
              </a:spcBef>
              <a:spcAft>
                <a:spcPts val="0"/>
              </a:spcAft>
              <a:buNone/>
            </a:pPr>
            <a:r>
              <a:rPr lang="en-IN" sz="1500">
                <a:solidFill>
                  <a:schemeClr val="dk1"/>
                </a:solidFill>
                <a:latin typeface="Times New Roman"/>
                <a:ea typeface="Times New Roman"/>
                <a:cs typeface="Times New Roman"/>
                <a:sym typeface="Times New Roman"/>
              </a:rPr>
              <a:t>The root cause of every SQL injection variant demonstrated in this project (in-band, boolean-blind, and time-blind) is the same: untrusted input concatenated directly into a SQL query. The fix is therefore identical across all three.</a:t>
            </a:r>
            <a:endParaRPr sz="1500">
              <a:solidFill>
                <a:schemeClr val="dk1"/>
              </a:solidFill>
              <a:latin typeface="Times New Roman"/>
              <a:ea typeface="Times New Roman"/>
              <a:cs typeface="Times New Roman"/>
              <a:sym typeface="Times New Roman"/>
            </a:endParaRPr>
          </a:p>
          <a:p>
            <a:pPr indent="-400050" lvl="0" marL="609600" rtl="0" algn="l">
              <a:lnSpc>
                <a:spcPct val="115000"/>
              </a:lnSpc>
              <a:spcBef>
                <a:spcPts val="1200"/>
              </a:spcBef>
              <a:spcAft>
                <a:spcPts val="0"/>
              </a:spcAft>
              <a:buClr>
                <a:schemeClr val="dk1"/>
              </a:buClr>
              <a:buSzPts val="1500"/>
              <a:buChar char="●"/>
            </a:pPr>
            <a:r>
              <a:rPr b="1" lang="en-IN" sz="1500">
                <a:solidFill>
                  <a:schemeClr val="dk1"/>
                </a:solidFill>
                <a:latin typeface="Times New Roman"/>
                <a:ea typeface="Times New Roman"/>
                <a:cs typeface="Times New Roman"/>
                <a:sym typeface="Times New Roman"/>
              </a:rPr>
              <a:t>Parameterized queries / prepared statements</a:t>
            </a:r>
            <a:r>
              <a:rPr lang="en-IN" sz="1500">
                <a:solidFill>
                  <a:schemeClr val="dk1"/>
                </a:solidFill>
                <a:latin typeface="Times New Roman"/>
                <a:ea typeface="Times New Roman"/>
                <a:cs typeface="Times New Roman"/>
                <a:sym typeface="Times New Roman"/>
              </a:rPr>
              <a:t>: never concatenate user input into SQL strings; bind parameters instead so input can never alter query structure.</a:t>
            </a:r>
            <a:endParaRPr sz="1500">
              <a:solidFill>
                <a:schemeClr val="dk1"/>
              </a:solidFill>
              <a:latin typeface="Times New Roman"/>
              <a:ea typeface="Times New Roman"/>
              <a:cs typeface="Times New Roman"/>
              <a:sym typeface="Times New Roman"/>
            </a:endParaRPr>
          </a:p>
          <a:p>
            <a:pPr indent="-400050" lvl="0" marL="609600" rtl="0" algn="l">
              <a:lnSpc>
                <a:spcPct val="115000"/>
              </a:lnSpc>
              <a:spcBef>
                <a:spcPts val="0"/>
              </a:spcBef>
              <a:spcAft>
                <a:spcPts val="0"/>
              </a:spcAft>
              <a:buClr>
                <a:schemeClr val="dk1"/>
              </a:buClr>
              <a:buSzPts val="1500"/>
              <a:buChar char="●"/>
            </a:pPr>
            <a:r>
              <a:rPr b="1" lang="en-IN" sz="1500">
                <a:solidFill>
                  <a:schemeClr val="dk1"/>
                </a:solidFill>
                <a:latin typeface="Times New Roman"/>
                <a:ea typeface="Times New Roman"/>
                <a:cs typeface="Times New Roman"/>
                <a:sym typeface="Times New Roman"/>
              </a:rPr>
              <a:t>ORM / query builder</a:t>
            </a:r>
            <a:r>
              <a:rPr lang="en-IN" sz="1500">
                <a:solidFill>
                  <a:schemeClr val="dk1"/>
                </a:solidFill>
                <a:latin typeface="Times New Roman"/>
                <a:ea typeface="Times New Roman"/>
                <a:cs typeface="Times New Roman"/>
                <a:sym typeface="Times New Roman"/>
              </a:rPr>
              <a:t>: use a framework that enforces parameter binding by default rather than raw string-built SQL.</a:t>
            </a:r>
            <a:endParaRPr sz="1500">
              <a:solidFill>
                <a:schemeClr val="dk1"/>
              </a:solidFill>
              <a:latin typeface="Times New Roman"/>
              <a:ea typeface="Times New Roman"/>
              <a:cs typeface="Times New Roman"/>
              <a:sym typeface="Times New Roman"/>
            </a:endParaRPr>
          </a:p>
          <a:p>
            <a:pPr indent="-400050" lvl="0" marL="609600" rtl="0" algn="l">
              <a:lnSpc>
                <a:spcPct val="115000"/>
              </a:lnSpc>
              <a:spcBef>
                <a:spcPts val="0"/>
              </a:spcBef>
              <a:spcAft>
                <a:spcPts val="0"/>
              </a:spcAft>
              <a:buClr>
                <a:schemeClr val="dk1"/>
              </a:buClr>
              <a:buSzPts val="1500"/>
              <a:buChar char="●"/>
            </a:pPr>
            <a:r>
              <a:rPr b="1" lang="en-IN" sz="1500">
                <a:solidFill>
                  <a:schemeClr val="dk1"/>
                </a:solidFill>
                <a:latin typeface="Times New Roman"/>
                <a:ea typeface="Times New Roman"/>
                <a:cs typeface="Times New Roman"/>
                <a:sym typeface="Times New Roman"/>
              </a:rPr>
              <a:t>Least-privilege database accounts</a:t>
            </a:r>
            <a:r>
              <a:rPr lang="en-IN" sz="1500">
                <a:solidFill>
                  <a:schemeClr val="dk1"/>
                </a:solidFill>
                <a:latin typeface="Times New Roman"/>
                <a:ea typeface="Times New Roman"/>
                <a:cs typeface="Times New Roman"/>
                <a:sym typeface="Times New Roman"/>
              </a:rPr>
              <a:t>: the application's DB user should not have access to information_schema or any tables/actions it doesn't need.</a:t>
            </a:r>
            <a:endParaRPr sz="1500">
              <a:solidFill>
                <a:schemeClr val="dk1"/>
              </a:solidFill>
              <a:latin typeface="Times New Roman"/>
              <a:ea typeface="Times New Roman"/>
              <a:cs typeface="Times New Roman"/>
              <a:sym typeface="Times New Roman"/>
            </a:endParaRPr>
          </a:p>
          <a:p>
            <a:pPr indent="-400050" lvl="0" marL="609600" rtl="0" algn="l">
              <a:lnSpc>
                <a:spcPct val="115000"/>
              </a:lnSpc>
              <a:spcBef>
                <a:spcPts val="0"/>
              </a:spcBef>
              <a:spcAft>
                <a:spcPts val="0"/>
              </a:spcAft>
              <a:buClr>
                <a:schemeClr val="dk1"/>
              </a:buClr>
              <a:buSzPts val="1500"/>
              <a:buChar char="●"/>
            </a:pPr>
            <a:r>
              <a:rPr b="1" lang="en-IN" sz="1500">
                <a:solidFill>
                  <a:schemeClr val="dk1"/>
                </a:solidFill>
                <a:latin typeface="Times New Roman"/>
                <a:ea typeface="Times New Roman"/>
                <a:cs typeface="Times New Roman"/>
                <a:sym typeface="Times New Roman"/>
              </a:rPr>
              <a:t>Server-side input validation</a:t>
            </a:r>
            <a:r>
              <a:rPr lang="en-IN" sz="1500">
                <a:solidFill>
                  <a:schemeClr val="dk1"/>
                </a:solidFill>
                <a:latin typeface="Times New Roman"/>
                <a:ea typeface="Times New Roman"/>
                <a:cs typeface="Times New Roman"/>
                <a:sym typeface="Times New Roman"/>
              </a:rPr>
              <a:t>: allow-list expected formats (e.g. numeric IDs) and reject anything outside that shape before it reaches the query layer.</a:t>
            </a:r>
            <a:endParaRPr sz="1500">
              <a:solidFill>
                <a:schemeClr val="dk1"/>
              </a:solidFill>
              <a:latin typeface="Times New Roman"/>
              <a:ea typeface="Times New Roman"/>
              <a:cs typeface="Times New Roman"/>
              <a:sym typeface="Times New Roman"/>
            </a:endParaRPr>
          </a:p>
          <a:p>
            <a:pPr indent="-400050" lvl="0" marL="609600" rtl="0" algn="l">
              <a:lnSpc>
                <a:spcPct val="115000"/>
              </a:lnSpc>
              <a:spcBef>
                <a:spcPts val="0"/>
              </a:spcBef>
              <a:spcAft>
                <a:spcPts val="0"/>
              </a:spcAft>
              <a:buClr>
                <a:schemeClr val="dk1"/>
              </a:buClr>
              <a:buSzPts val="1500"/>
              <a:buChar char="●"/>
            </a:pPr>
            <a:r>
              <a:rPr b="1" lang="en-IN" sz="1500">
                <a:solidFill>
                  <a:schemeClr val="dk1"/>
                </a:solidFill>
                <a:latin typeface="Times New Roman"/>
                <a:ea typeface="Times New Roman"/>
                <a:cs typeface="Times New Roman"/>
                <a:sym typeface="Times New Roman"/>
              </a:rPr>
              <a:t>Generic error messages</a:t>
            </a:r>
            <a:r>
              <a:rPr lang="en-IN" sz="1500">
                <a:solidFill>
                  <a:schemeClr val="dk1"/>
                </a:solidFill>
                <a:latin typeface="Times New Roman"/>
                <a:ea typeface="Times New Roman"/>
                <a:cs typeface="Times New Roman"/>
                <a:sym typeface="Times New Roman"/>
              </a:rPr>
              <a:t>: never return raw SQL errors or database structure to the client.</a:t>
            </a:r>
            <a:endParaRPr sz="1500">
              <a:solidFill>
                <a:schemeClr val="dk1"/>
              </a:solidFill>
              <a:latin typeface="Times New Roman"/>
              <a:ea typeface="Times New Roman"/>
              <a:cs typeface="Times New Roman"/>
              <a:sym typeface="Times New Roman"/>
            </a:endParaRPr>
          </a:p>
          <a:p>
            <a:pPr indent="-400050" lvl="0" marL="609600" rtl="0" algn="l">
              <a:lnSpc>
                <a:spcPct val="115000"/>
              </a:lnSpc>
              <a:spcBef>
                <a:spcPts val="0"/>
              </a:spcBef>
              <a:spcAft>
                <a:spcPts val="0"/>
              </a:spcAft>
              <a:buClr>
                <a:schemeClr val="dk1"/>
              </a:buClr>
              <a:buSzPts val="1500"/>
              <a:buChar char="●"/>
            </a:pPr>
            <a:r>
              <a:rPr b="1" lang="en-IN" sz="1500">
                <a:solidFill>
                  <a:schemeClr val="dk1"/>
                </a:solidFill>
                <a:latin typeface="Times New Roman"/>
                <a:ea typeface="Times New Roman"/>
                <a:cs typeface="Times New Roman"/>
                <a:sym typeface="Times New Roman"/>
              </a:rPr>
              <a:t>Query timeouts</a:t>
            </a:r>
            <a:r>
              <a:rPr lang="en-IN" sz="1500">
                <a:solidFill>
                  <a:schemeClr val="dk1"/>
                </a:solidFill>
                <a:latin typeface="Times New Roman"/>
                <a:ea typeface="Times New Roman"/>
                <a:cs typeface="Times New Roman"/>
                <a:sym typeface="Times New Roman"/>
              </a:rPr>
              <a:t>: limit how long a query may run, so SLEEP()-style timing payloads cannot be used as a reliable blind-injection oracle.</a:t>
            </a:r>
            <a:endParaRPr sz="1500">
              <a:solidFill>
                <a:schemeClr val="dk1"/>
              </a:solidFill>
              <a:latin typeface="Times New Roman"/>
              <a:ea typeface="Times New Roman"/>
              <a:cs typeface="Times New Roman"/>
              <a:sym typeface="Times New Roman"/>
            </a:endParaRPr>
          </a:p>
          <a:p>
            <a:pPr indent="-400050" lvl="0" marL="609600" rtl="0" algn="l">
              <a:lnSpc>
                <a:spcPct val="115000"/>
              </a:lnSpc>
              <a:spcBef>
                <a:spcPts val="0"/>
              </a:spcBef>
              <a:spcAft>
                <a:spcPts val="0"/>
              </a:spcAft>
              <a:buClr>
                <a:schemeClr val="dk1"/>
              </a:buClr>
              <a:buSzPts val="1500"/>
              <a:buChar char="●"/>
            </a:pPr>
            <a:r>
              <a:rPr b="1" lang="en-IN" sz="1500">
                <a:solidFill>
                  <a:schemeClr val="dk1"/>
                </a:solidFill>
                <a:latin typeface="Times New Roman"/>
                <a:ea typeface="Times New Roman"/>
                <a:cs typeface="Times New Roman"/>
                <a:sym typeface="Times New Roman"/>
              </a:rPr>
              <a:t>Defence in depth</a:t>
            </a:r>
            <a:r>
              <a:rPr lang="en-IN" sz="1500">
                <a:solidFill>
                  <a:schemeClr val="dk1"/>
                </a:solidFill>
                <a:latin typeface="Times New Roman"/>
                <a:ea typeface="Times New Roman"/>
                <a:cs typeface="Times New Roman"/>
                <a:sym typeface="Times New Roman"/>
              </a:rPr>
              <a:t>: a Web Application Firewall (WAF) can catch common injection patterns, but is a supplement to fixing the code, not a substitute.</a:t>
            </a:r>
            <a:endParaRPr sz="1500">
              <a:solidFill>
                <a:schemeClr val="dk1"/>
              </a:solidFill>
              <a:latin typeface="Times New Roman"/>
              <a:ea typeface="Times New Roman"/>
              <a:cs typeface="Times New Roman"/>
              <a:sym typeface="Times New Roman"/>
            </a:endParaRPr>
          </a:p>
        </p:txBody>
      </p:sp>
    </p:spTree>
  </p:cSld>
  <p:clrMapOvr>
    <a:masterClrMapping/>
  </p:clrMapOvr>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0" name="Shape 660"/>
        <p:cNvGrpSpPr/>
        <p:nvPr/>
      </p:nvGrpSpPr>
      <p:grpSpPr>
        <a:xfrm>
          <a:off x="0" y="0"/>
          <a:ext cx="0" cy="0"/>
          <a:chOff x="0" y="0"/>
          <a:chExt cx="0" cy="0"/>
        </a:xfrm>
      </p:grpSpPr>
      <p:sp>
        <p:nvSpPr>
          <p:cNvPr id="661" name="Google Shape;661;h7fed2e4ee422cb1e_0_8"/>
          <p:cNvSpPr txBox="1"/>
          <p:nvPr/>
        </p:nvSpPr>
        <p:spPr>
          <a:xfrm>
            <a:off x="0" y="0"/>
            <a:ext cx="11814000" cy="3888000"/>
          </a:xfrm>
          <a:prstGeom prst="rect">
            <a:avLst/>
          </a:prstGeom>
          <a:noFill/>
          <a:ln>
            <a:noFill/>
          </a:ln>
        </p:spPr>
        <p:txBody>
          <a:bodyPr anchorCtr="0" anchor="t" bIns="121900" lIns="121900" spcFirstLastPara="1" rIns="121900" wrap="square" tIns="121900">
            <a:spAutoFit/>
          </a:bodyPr>
          <a:lstStyle/>
          <a:p>
            <a:pPr indent="0" lvl="0" marL="0" rtl="0" algn="l">
              <a:lnSpc>
                <a:spcPct val="115000"/>
              </a:lnSpc>
              <a:spcBef>
                <a:spcPts val="0"/>
              </a:spcBef>
              <a:spcAft>
                <a:spcPts val="0"/>
              </a:spcAft>
              <a:buNone/>
            </a:pPr>
            <a:r>
              <a:rPr lang="en-IN" sz="1900">
                <a:solidFill>
                  <a:srgbClr val="3F3F3F"/>
                </a:solidFill>
                <a:latin typeface="Meiryo"/>
                <a:ea typeface="Meiryo"/>
                <a:cs typeface="Meiryo"/>
                <a:sym typeface="Meiryo"/>
              </a:rPr>
              <a:t>Remediation — Cross-Site Scripting (XSS)</a:t>
            </a:r>
            <a:endParaRPr sz="1900">
              <a:solidFill>
                <a:srgbClr val="3F3F3F"/>
              </a:solidFill>
              <a:latin typeface="Meiryo"/>
              <a:ea typeface="Meiryo"/>
              <a:cs typeface="Meiryo"/>
              <a:sym typeface="Meiryo"/>
            </a:endParaRPr>
          </a:p>
          <a:p>
            <a:pPr indent="0" lvl="0" marL="0" rtl="0" algn="l">
              <a:lnSpc>
                <a:spcPct val="115000"/>
              </a:lnSpc>
              <a:spcBef>
                <a:spcPts val="0"/>
              </a:spcBef>
              <a:spcAft>
                <a:spcPts val="0"/>
              </a:spcAft>
              <a:buNone/>
            </a:pPr>
            <a:r>
              <a:rPr lang="en-IN" sz="1500">
                <a:solidFill>
                  <a:schemeClr val="dk1"/>
                </a:solidFill>
                <a:latin typeface="Times New Roman"/>
                <a:ea typeface="Times New Roman"/>
                <a:cs typeface="Times New Roman"/>
                <a:sym typeface="Times New Roman"/>
              </a:rPr>
              <a:t>Because XSS payloads were shown to execute through multiple contexts (HTML body, attributes, event handlers, and pure client-side DOM sinks), the fix must be context-aware rather than a single filter.</a:t>
            </a:r>
            <a:endParaRPr sz="1500">
              <a:solidFill>
                <a:schemeClr val="dk1"/>
              </a:solidFill>
              <a:latin typeface="Times New Roman"/>
              <a:ea typeface="Times New Roman"/>
              <a:cs typeface="Times New Roman"/>
              <a:sym typeface="Times New Roman"/>
            </a:endParaRPr>
          </a:p>
          <a:p>
            <a:pPr indent="-400050" lvl="0" marL="609600" rtl="0" algn="l">
              <a:lnSpc>
                <a:spcPct val="115000"/>
              </a:lnSpc>
              <a:spcBef>
                <a:spcPts val="1200"/>
              </a:spcBef>
              <a:spcAft>
                <a:spcPts val="0"/>
              </a:spcAft>
              <a:buClr>
                <a:schemeClr val="dk1"/>
              </a:buClr>
              <a:buSzPts val="1500"/>
              <a:buChar char="●"/>
            </a:pPr>
            <a:r>
              <a:rPr b="1" lang="en-IN" sz="1500">
                <a:solidFill>
                  <a:schemeClr val="dk1"/>
                </a:solidFill>
                <a:latin typeface="Times New Roman"/>
                <a:ea typeface="Times New Roman"/>
                <a:cs typeface="Times New Roman"/>
                <a:sym typeface="Times New Roman"/>
              </a:rPr>
              <a:t>Context-aware output encoding</a:t>
            </a:r>
            <a:r>
              <a:rPr lang="en-IN" sz="1500">
                <a:solidFill>
                  <a:schemeClr val="dk1"/>
                </a:solidFill>
                <a:latin typeface="Times New Roman"/>
                <a:ea typeface="Times New Roman"/>
                <a:cs typeface="Times New Roman"/>
                <a:sym typeface="Times New Roman"/>
              </a:rPr>
              <a:t>: HTML-encode, attribute-encode, or JavaScript-encode user data according to exactly where it is rendered on the page.</a:t>
            </a:r>
            <a:endParaRPr sz="1500">
              <a:solidFill>
                <a:schemeClr val="dk1"/>
              </a:solidFill>
              <a:latin typeface="Times New Roman"/>
              <a:ea typeface="Times New Roman"/>
              <a:cs typeface="Times New Roman"/>
              <a:sym typeface="Times New Roman"/>
            </a:endParaRPr>
          </a:p>
          <a:p>
            <a:pPr indent="-400050" lvl="0" marL="609600" rtl="0" algn="l">
              <a:lnSpc>
                <a:spcPct val="115000"/>
              </a:lnSpc>
              <a:spcBef>
                <a:spcPts val="0"/>
              </a:spcBef>
              <a:spcAft>
                <a:spcPts val="0"/>
              </a:spcAft>
              <a:buClr>
                <a:schemeClr val="dk1"/>
              </a:buClr>
              <a:buSzPts val="1500"/>
              <a:buChar char="●"/>
            </a:pPr>
            <a:r>
              <a:rPr b="1" lang="en-IN" sz="1500">
                <a:solidFill>
                  <a:schemeClr val="dk1"/>
                </a:solidFill>
                <a:latin typeface="Times New Roman"/>
                <a:ea typeface="Times New Roman"/>
                <a:cs typeface="Times New Roman"/>
                <a:sym typeface="Times New Roman"/>
              </a:rPr>
              <a:t>Content Security Policy (CSP)</a:t>
            </a:r>
            <a:r>
              <a:rPr lang="en-IN" sz="1500">
                <a:solidFill>
                  <a:schemeClr val="dk1"/>
                </a:solidFill>
                <a:latin typeface="Times New Roman"/>
                <a:ea typeface="Times New Roman"/>
                <a:cs typeface="Times New Roman"/>
                <a:sym typeface="Times New Roman"/>
              </a:rPr>
              <a:t>: restrict script execution to trusted sources; blocks most injected inline scripts even if a filter is bypassed.</a:t>
            </a:r>
            <a:endParaRPr sz="1500">
              <a:solidFill>
                <a:schemeClr val="dk1"/>
              </a:solidFill>
              <a:latin typeface="Times New Roman"/>
              <a:ea typeface="Times New Roman"/>
              <a:cs typeface="Times New Roman"/>
              <a:sym typeface="Times New Roman"/>
            </a:endParaRPr>
          </a:p>
          <a:p>
            <a:pPr indent="-400050" lvl="0" marL="609600" rtl="0" algn="l">
              <a:lnSpc>
                <a:spcPct val="115000"/>
              </a:lnSpc>
              <a:spcBef>
                <a:spcPts val="0"/>
              </a:spcBef>
              <a:spcAft>
                <a:spcPts val="0"/>
              </a:spcAft>
              <a:buClr>
                <a:schemeClr val="dk1"/>
              </a:buClr>
              <a:buSzPts val="1500"/>
              <a:buChar char="●"/>
            </a:pPr>
            <a:r>
              <a:rPr b="1" lang="en-IN" sz="1500">
                <a:solidFill>
                  <a:schemeClr val="dk1"/>
                </a:solidFill>
                <a:latin typeface="Times New Roman"/>
                <a:ea typeface="Times New Roman"/>
                <a:cs typeface="Times New Roman"/>
                <a:sym typeface="Times New Roman"/>
              </a:rPr>
              <a:t>Allow-list sanitization, not denylist filtering</a:t>
            </a:r>
            <a:r>
              <a:rPr lang="en-IN" sz="1500">
                <a:solidFill>
                  <a:schemeClr val="dk1"/>
                </a:solidFill>
                <a:latin typeface="Times New Roman"/>
                <a:ea typeface="Times New Roman"/>
                <a:cs typeface="Times New Roman"/>
                <a:sym typeface="Times New Roman"/>
              </a:rPr>
              <a:t>: this project showed that blacklisting the literal string "&lt;script&gt;" is trivially bypassed (case variation, nested tags, onerror handlers) — use a maintained library such as DOMPurify or framework auto-escaping instead.</a:t>
            </a:r>
            <a:endParaRPr sz="1500">
              <a:solidFill>
                <a:schemeClr val="dk1"/>
              </a:solidFill>
              <a:latin typeface="Times New Roman"/>
              <a:ea typeface="Times New Roman"/>
              <a:cs typeface="Times New Roman"/>
              <a:sym typeface="Times New Roman"/>
            </a:endParaRPr>
          </a:p>
          <a:p>
            <a:pPr indent="-400050" lvl="0" marL="609600" rtl="0" algn="l">
              <a:lnSpc>
                <a:spcPct val="115000"/>
              </a:lnSpc>
              <a:spcBef>
                <a:spcPts val="0"/>
              </a:spcBef>
              <a:spcAft>
                <a:spcPts val="0"/>
              </a:spcAft>
              <a:buClr>
                <a:schemeClr val="dk1"/>
              </a:buClr>
              <a:buSzPts val="1500"/>
              <a:buChar char="●"/>
            </a:pPr>
            <a:r>
              <a:rPr b="1" lang="en-IN" sz="1500">
                <a:solidFill>
                  <a:schemeClr val="dk1"/>
                </a:solidFill>
                <a:latin typeface="Times New Roman"/>
                <a:ea typeface="Times New Roman"/>
                <a:cs typeface="Times New Roman"/>
                <a:sym typeface="Times New Roman"/>
              </a:rPr>
              <a:t>HttpOnly cookie flag</a:t>
            </a:r>
            <a:r>
              <a:rPr lang="en-IN" sz="1500">
                <a:solidFill>
                  <a:schemeClr val="dk1"/>
                </a:solidFill>
                <a:latin typeface="Times New Roman"/>
                <a:ea typeface="Times New Roman"/>
                <a:cs typeface="Times New Roman"/>
                <a:sym typeface="Times New Roman"/>
              </a:rPr>
              <a:t>: prevents client-side JavaScript from reading session cookies via document.cookie, even if an XSS flaw exists.</a:t>
            </a:r>
            <a:endParaRPr sz="1500">
              <a:solidFill>
                <a:schemeClr val="dk1"/>
              </a:solidFill>
              <a:latin typeface="Times New Roman"/>
              <a:ea typeface="Times New Roman"/>
              <a:cs typeface="Times New Roman"/>
              <a:sym typeface="Times New Roman"/>
            </a:endParaRPr>
          </a:p>
          <a:p>
            <a:pPr indent="-400050" lvl="0" marL="609600" rtl="0" algn="l">
              <a:lnSpc>
                <a:spcPct val="115000"/>
              </a:lnSpc>
              <a:spcBef>
                <a:spcPts val="0"/>
              </a:spcBef>
              <a:spcAft>
                <a:spcPts val="0"/>
              </a:spcAft>
              <a:buClr>
                <a:schemeClr val="dk1"/>
              </a:buClr>
              <a:buSzPts val="1500"/>
              <a:buChar char="●"/>
            </a:pPr>
            <a:r>
              <a:rPr b="1" lang="en-IN" sz="1500">
                <a:solidFill>
                  <a:schemeClr val="dk1"/>
                </a:solidFill>
                <a:latin typeface="Times New Roman"/>
                <a:ea typeface="Times New Roman"/>
                <a:cs typeface="Times New Roman"/>
                <a:sym typeface="Times New Roman"/>
              </a:rPr>
              <a:t>Secure and SameSite cookie flags</a:t>
            </a:r>
            <a:r>
              <a:rPr lang="en-IN" sz="1500">
                <a:solidFill>
                  <a:schemeClr val="dk1"/>
                </a:solidFill>
                <a:latin typeface="Times New Roman"/>
                <a:ea typeface="Times New Roman"/>
                <a:cs typeface="Times New Roman"/>
                <a:sym typeface="Times New Roman"/>
              </a:rPr>
              <a:t>: reduce cookie theft and cross-site replay risk.</a:t>
            </a:r>
            <a:endParaRPr sz="1500">
              <a:solidFill>
                <a:schemeClr val="dk1"/>
              </a:solidFill>
              <a:latin typeface="Times New Roman"/>
              <a:ea typeface="Times New Roman"/>
              <a:cs typeface="Times New Roman"/>
              <a:sym typeface="Times New Roman"/>
            </a:endParaRPr>
          </a:p>
          <a:p>
            <a:pPr indent="-400050" lvl="0" marL="609600" rtl="0" algn="l">
              <a:lnSpc>
                <a:spcPct val="115000"/>
              </a:lnSpc>
              <a:spcBef>
                <a:spcPts val="0"/>
              </a:spcBef>
              <a:spcAft>
                <a:spcPts val="0"/>
              </a:spcAft>
              <a:buClr>
                <a:schemeClr val="dk1"/>
              </a:buClr>
              <a:buSzPts val="1500"/>
              <a:buChar char="●"/>
            </a:pPr>
            <a:r>
              <a:rPr b="1" lang="en-IN" sz="1500">
                <a:solidFill>
                  <a:schemeClr val="dk1"/>
                </a:solidFill>
                <a:latin typeface="Times New Roman"/>
                <a:ea typeface="Times New Roman"/>
                <a:cs typeface="Times New Roman"/>
                <a:sym typeface="Times New Roman"/>
              </a:rPr>
              <a:t>Safe DOM APIs</a:t>
            </a:r>
            <a:r>
              <a:rPr lang="en-IN" sz="1500">
                <a:solidFill>
                  <a:schemeClr val="dk1"/>
                </a:solidFill>
                <a:latin typeface="Times New Roman"/>
                <a:ea typeface="Times New Roman"/>
                <a:cs typeface="Times New Roman"/>
                <a:sym typeface="Times New Roman"/>
              </a:rPr>
              <a:t>: for DOM-based XSS specifically, avoid innerHTML / document.write / eval() on user-influenced data; use textContent / createElement instead.</a:t>
            </a:r>
            <a:endParaRPr sz="1500">
              <a:solidFill>
                <a:schemeClr val="dk1"/>
              </a:solidFill>
              <a:latin typeface="Times New Roman"/>
              <a:ea typeface="Times New Roman"/>
              <a:cs typeface="Times New Roman"/>
              <a:sym typeface="Times New Roman"/>
            </a:endParaRPr>
          </a:p>
          <a:p>
            <a:pPr indent="-400050" lvl="0" marL="609600" rtl="0" algn="l">
              <a:spcBef>
                <a:spcPts val="0"/>
              </a:spcBef>
              <a:spcAft>
                <a:spcPts val="0"/>
              </a:spcAft>
              <a:buClr>
                <a:schemeClr val="dk1"/>
              </a:buClr>
              <a:buSzPts val="1500"/>
              <a:buChar char="●"/>
            </a:pPr>
            <a:r>
              <a:rPr b="1" lang="en-IN" sz="1500">
                <a:solidFill>
                  <a:schemeClr val="dk1"/>
                </a:solidFill>
                <a:latin typeface="Times New Roman"/>
                <a:ea typeface="Times New Roman"/>
                <a:cs typeface="Times New Roman"/>
                <a:sym typeface="Times New Roman"/>
              </a:rPr>
              <a:t>Step-up authentication</a:t>
            </a:r>
            <a:r>
              <a:rPr lang="en-IN" sz="1500">
                <a:solidFill>
                  <a:schemeClr val="dk1"/>
                </a:solidFill>
                <a:latin typeface="Times New Roman"/>
                <a:ea typeface="Times New Roman"/>
                <a:cs typeface="Times New Roman"/>
                <a:sym typeface="Times New Roman"/>
              </a:rPr>
              <a:t>: require re-authentication (password / 2FA) for sensitive account actions, limiting the impact of a stolen session</a:t>
            </a:r>
            <a:r>
              <a:rPr lang="en-IN" sz="1500">
                <a:solidFill>
                  <a:schemeClr val="dk1"/>
                </a:solidFill>
              </a:rPr>
              <a:t> </a:t>
            </a:r>
            <a:endParaRPr sz="1900"/>
          </a:p>
        </p:txBody>
      </p:sp>
    </p:spTree>
  </p:cSld>
  <p:clrMapOvr>
    <a:masterClrMapping/>
  </p:clrMapOvr>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5" name="Shape 665"/>
        <p:cNvGrpSpPr/>
        <p:nvPr/>
      </p:nvGrpSpPr>
      <p:grpSpPr>
        <a:xfrm>
          <a:off x="0" y="0"/>
          <a:ext cx="0" cy="0"/>
          <a:chOff x="0" y="0"/>
          <a:chExt cx="0" cy="0"/>
        </a:xfrm>
      </p:grpSpPr>
      <p:sp>
        <p:nvSpPr>
          <p:cNvPr id="666" name="Google Shape;666;h7fed2e4ee422cb1e_0_12"/>
          <p:cNvSpPr txBox="1"/>
          <p:nvPr/>
        </p:nvSpPr>
        <p:spPr>
          <a:xfrm>
            <a:off x="0" y="0"/>
            <a:ext cx="11868300" cy="3888000"/>
          </a:xfrm>
          <a:prstGeom prst="rect">
            <a:avLst/>
          </a:prstGeom>
          <a:noFill/>
          <a:ln>
            <a:noFill/>
          </a:ln>
        </p:spPr>
        <p:txBody>
          <a:bodyPr anchorCtr="0" anchor="t" bIns="121900" lIns="121900" spcFirstLastPara="1" rIns="121900" wrap="square" tIns="121900">
            <a:spAutoFit/>
          </a:bodyPr>
          <a:lstStyle/>
          <a:p>
            <a:pPr indent="0" lvl="0" marL="0" rtl="0" algn="l">
              <a:lnSpc>
                <a:spcPct val="115000"/>
              </a:lnSpc>
              <a:spcBef>
                <a:spcPts val="0"/>
              </a:spcBef>
              <a:spcAft>
                <a:spcPts val="0"/>
              </a:spcAft>
              <a:buNone/>
            </a:pPr>
            <a:r>
              <a:rPr lang="en-IN" sz="1900">
                <a:solidFill>
                  <a:srgbClr val="3F3F3F"/>
                </a:solidFill>
                <a:latin typeface="Meiryo"/>
                <a:ea typeface="Meiryo"/>
                <a:cs typeface="Meiryo"/>
                <a:sym typeface="Meiryo"/>
              </a:rPr>
              <a:t>Remediation — Authorization Bypass</a:t>
            </a:r>
            <a:endParaRPr sz="1900">
              <a:solidFill>
                <a:srgbClr val="3F3F3F"/>
              </a:solidFill>
              <a:latin typeface="Meiryo"/>
              <a:ea typeface="Meiryo"/>
              <a:cs typeface="Meiryo"/>
              <a:sym typeface="Meiryo"/>
            </a:endParaRPr>
          </a:p>
          <a:p>
            <a:pPr indent="0" lvl="0" marL="0" rtl="0" algn="l">
              <a:lnSpc>
                <a:spcPct val="115000"/>
              </a:lnSpc>
              <a:spcBef>
                <a:spcPts val="0"/>
              </a:spcBef>
              <a:spcAft>
                <a:spcPts val="0"/>
              </a:spcAft>
              <a:buNone/>
            </a:pPr>
            <a:r>
              <a:rPr lang="en-IN" sz="1500">
                <a:solidFill>
                  <a:schemeClr val="dk1"/>
                </a:solidFill>
                <a:latin typeface="Times New Roman"/>
                <a:ea typeface="Times New Roman"/>
                <a:cs typeface="Times New Roman"/>
                <a:sym typeface="Times New Roman"/>
              </a:rPr>
              <a:t>The authorization bypass demonstrated in this project succeeded because the restricted function was hidden from the UI but not actually protected server-side — the captured admin request worked when replayed by a low-privileged user.</a:t>
            </a:r>
            <a:endParaRPr sz="1500">
              <a:solidFill>
                <a:schemeClr val="dk1"/>
              </a:solidFill>
              <a:latin typeface="Times New Roman"/>
              <a:ea typeface="Times New Roman"/>
              <a:cs typeface="Times New Roman"/>
              <a:sym typeface="Times New Roman"/>
            </a:endParaRPr>
          </a:p>
          <a:p>
            <a:pPr indent="-400050" lvl="0" marL="609600" rtl="0" algn="l">
              <a:lnSpc>
                <a:spcPct val="115000"/>
              </a:lnSpc>
              <a:spcBef>
                <a:spcPts val="1200"/>
              </a:spcBef>
              <a:spcAft>
                <a:spcPts val="0"/>
              </a:spcAft>
              <a:buClr>
                <a:schemeClr val="dk1"/>
              </a:buClr>
              <a:buSzPts val="1500"/>
              <a:buChar char="●"/>
            </a:pPr>
            <a:r>
              <a:rPr b="1" lang="en-IN" sz="1500">
                <a:solidFill>
                  <a:schemeClr val="dk1"/>
                </a:solidFill>
                <a:latin typeface="Times New Roman"/>
                <a:ea typeface="Times New Roman"/>
                <a:cs typeface="Times New Roman"/>
                <a:sym typeface="Times New Roman"/>
              </a:rPr>
              <a:t>Enforce authorization server-side, on every request</a:t>
            </a:r>
            <a:r>
              <a:rPr lang="en-IN" sz="1500">
                <a:solidFill>
                  <a:schemeClr val="dk1"/>
                </a:solidFill>
                <a:latin typeface="Times New Roman"/>
                <a:ea typeface="Times New Roman"/>
                <a:cs typeface="Times New Roman"/>
                <a:sym typeface="Times New Roman"/>
              </a:rPr>
              <a:t>: for every role/permission combination — never rely on hiding UI elements as the only control.</a:t>
            </a:r>
            <a:endParaRPr sz="1500">
              <a:solidFill>
                <a:schemeClr val="dk1"/>
              </a:solidFill>
              <a:latin typeface="Times New Roman"/>
              <a:ea typeface="Times New Roman"/>
              <a:cs typeface="Times New Roman"/>
              <a:sym typeface="Times New Roman"/>
            </a:endParaRPr>
          </a:p>
          <a:p>
            <a:pPr indent="-400050" lvl="0" marL="609600" rtl="0" algn="l">
              <a:lnSpc>
                <a:spcPct val="115000"/>
              </a:lnSpc>
              <a:spcBef>
                <a:spcPts val="0"/>
              </a:spcBef>
              <a:spcAft>
                <a:spcPts val="0"/>
              </a:spcAft>
              <a:buClr>
                <a:schemeClr val="dk1"/>
              </a:buClr>
              <a:buSzPts val="1500"/>
              <a:buChar char="●"/>
            </a:pPr>
            <a:r>
              <a:rPr b="1" lang="en-IN" sz="1500">
                <a:solidFill>
                  <a:schemeClr val="dk1"/>
                </a:solidFill>
                <a:latin typeface="Times New Roman"/>
                <a:ea typeface="Times New Roman"/>
                <a:cs typeface="Times New Roman"/>
                <a:sym typeface="Times New Roman"/>
              </a:rPr>
              <a:t>Formal authorization matrix</a:t>
            </a:r>
            <a:r>
              <a:rPr lang="en-IN" sz="1500">
                <a:solidFill>
                  <a:schemeClr val="dk1"/>
                </a:solidFill>
                <a:latin typeface="Times New Roman"/>
                <a:ea typeface="Times New Roman"/>
                <a:cs typeface="Times New Roman"/>
                <a:sym typeface="Times New Roman"/>
              </a:rPr>
              <a:t>: define role x resource x action during design, and test every combination during QA/security testing, not just the expected path.</a:t>
            </a:r>
            <a:endParaRPr sz="1500">
              <a:solidFill>
                <a:schemeClr val="dk1"/>
              </a:solidFill>
              <a:latin typeface="Times New Roman"/>
              <a:ea typeface="Times New Roman"/>
              <a:cs typeface="Times New Roman"/>
              <a:sym typeface="Times New Roman"/>
            </a:endParaRPr>
          </a:p>
          <a:p>
            <a:pPr indent="-400050" lvl="0" marL="609600" rtl="0" algn="l">
              <a:lnSpc>
                <a:spcPct val="115000"/>
              </a:lnSpc>
              <a:spcBef>
                <a:spcPts val="0"/>
              </a:spcBef>
              <a:spcAft>
                <a:spcPts val="0"/>
              </a:spcAft>
              <a:buClr>
                <a:schemeClr val="dk1"/>
              </a:buClr>
              <a:buSzPts val="1500"/>
              <a:buChar char="●"/>
            </a:pPr>
            <a:r>
              <a:rPr b="1" lang="en-IN" sz="1500">
                <a:solidFill>
                  <a:schemeClr val="dk1"/>
                </a:solidFill>
                <a:latin typeface="Times New Roman"/>
                <a:ea typeface="Times New Roman"/>
                <a:cs typeface="Times New Roman"/>
                <a:sym typeface="Times New Roman"/>
              </a:rPr>
              <a:t>Object-level ownership checks</a:t>
            </a:r>
            <a:r>
              <a:rPr lang="en-IN" sz="1500">
                <a:solidFill>
                  <a:schemeClr val="dk1"/>
                </a:solidFill>
                <a:latin typeface="Times New Roman"/>
                <a:ea typeface="Times New Roman"/>
                <a:cs typeface="Times New Roman"/>
                <a:sym typeface="Times New Roman"/>
              </a:rPr>
              <a:t>: verify the logged-in user actually owns the requested record (e.g. order_id) before returning it, to prevent IDOR.</a:t>
            </a:r>
            <a:endParaRPr sz="1500">
              <a:solidFill>
                <a:schemeClr val="dk1"/>
              </a:solidFill>
              <a:latin typeface="Times New Roman"/>
              <a:ea typeface="Times New Roman"/>
              <a:cs typeface="Times New Roman"/>
              <a:sym typeface="Times New Roman"/>
            </a:endParaRPr>
          </a:p>
          <a:p>
            <a:pPr indent="-400050" lvl="0" marL="609600" rtl="0" algn="l">
              <a:lnSpc>
                <a:spcPct val="115000"/>
              </a:lnSpc>
              <a:spcBef>
                <a:spcPts val="0"/>
              </a:spcBef>
              <a:spcAft>
                <a:spcPts val="0"/>
              </a:spcAft>
              <a:buClr>
                <a:schemeClr val="dk1"/>
              </a:buClr>
              <a:buSzPts val="1500"/>
              <a:buChar char="●"/>
            </a:pPr>
            <a:r>
              <a:rPr b="1" lang="en-IN" sz="1500">
                <a:solidFill>
                  <a:schemeClr val="dk1"/>
                </a:solidFill>
                <a:latin typeface="Times New Roman"/>
                <a:ea typeface="Times New Roman"/>
                <a:cs typeface="Times New Roman"/>
                <a:sym typeface="Times New Roman"/>
              </a:rPr>
              <a:t>Consistent enforcement across all access paths</a:t>
            </a:r>
            <a:r>
              <a:rPr lang="en-IN" sz="1500">
                <a:solidFill>
                  <a:schemeClr val="dk1"/>
                </a:solidFill>
                <a:latin typeface="Times New Roman"/>
                <a:ea typeface="Times New Roman"/>
                <a:cs typeface="Times New Roman"/>
                <a:sym typeface="Times New Roman"/>
              </a:rPr>
              <a:t>: apply identical checks to browser pages and to API/back-end endpoints — attackers do not need a browser.</a:t>
            </a:r>
            <a:endParaRPr sz="1500">
              <a:solidFill>
                <a:schemeClr val="dk1"/>
              </a:solidFill>
              <a:latin typeface="Times New Roman"/>
              <a:ea typeface="Times New Roman"/>
              <a:cs typeface="Times New Roman"/>
              <a:sym typeface="Times New Roman"/>
            </a:endParaRPr>
          </a:p>
          <a:p>
            <a:pPr indent="-400050" lvl="0" marL="609600" rtl="0" algn="l">
              <a:lnSpc>
                <a:spcPct val="115000"/>
              </a:lnSpc>
              <a:spcBef>
                <a:spcPts val="0"/>
              </a:spcBef>
              <a:spcAft>
                <a:spcPts val="0"/>
              </a:spcAft>
              <a:buClr>
                <a:schemeClr val="dk1"/>
              </a:buClr>
              <a:buSzPts val="1500"/>
              <a:buChar char="●"/>
            </a:pPr>
            <a:r>
              <a:rPr b="1" lang="en-IN" sz="1500">
                <a:solidFill>
                  <a:schemeClr val="dk1"/>
                </a:solidFill>
                <a:latin typeface="Times New Roman"/>
                <a:ea typeface="Times New Roman"/>
                <a:cs typeface="Times New Roman"/>
                <a:sym typeface="Times New Roman"/>
              </a:rPr>
              <a:t>Deny-by-default</a:t>
            </a:r>
            <a:r>
              <a:rPr lang="en-IN" sz="1500">
                <a:solidFill>
                  <a:schemeClr val="dk1"/>
                </a:solidFill>
                <a:latin typeface="Times New Roman"/>
                <a:ea typeface="Times New Roman"/>
                <a:cs typeface="Times New Roman"/>
                <a:sym typeface="Times New Roman"/>
              </a:rPr>
              <a:t>: access should be explicitly granted per role, rather than explicitly denied for exceptions.</a:t>
            </a:r>
            <a:endParaRPr sz="1500">
              <a:solidFill>
                <a:schemeClr val="dk1"/>
              </a:solidFill>
              <a:latin typeface="Times New Roman"/>
              <a:ea typeface="Times New Roman"/>
              <a:cs typeface="Times New Roman"/>
              <a:sym typeface="Times New Roman"/>
            </a:endParaRPr>
          </a:p>
          <a:p>
            <a:pPr indent="-400050" lvl="0" marL="609600" rtl="0" algn="l">
              <a:spcBef>
                <a:spcPts val="0"/>
              </a:spcBef>
              <a:spcAft>
                <a:spcPts val="0"/>
              </a:spcAft>
              <a:buClr>
                <a:schemeClr val="dk1"/>
              </a:buClr>
              <a:buSzPts val="1500"/>
              <a:buChar char="●"/>
            </a:pPr>
            <a:r>
              <a:rPr b="1" lang="en-IN" sz="1500">
                <a:solidFill>
                  <a:schemeClr val="dk1"/>
                </a:solidFill>
                <a:latin typeface="Times New Roman"/>
                <a:ea typeface="Times New Roman"/>
                <a:cs typeface="Times New Roman"/>
                <a:sym typeface="Times New Roman"/>
              </a:rPr>
              <a:t>Logging and alerting</a:t>
            </a:r>
            <a:r>
              <a:rPr lang="en-IN" sz="1500">
                <a:solidFill>
                  <a:schemeClr val="dk1"/>
                </a:solidFill>
                <a:latin typeface="Times New Roman"/>
                <a:ea typeface="Times New Roman"/>
                <a:cs typeface="Times New Roman"/>
                <a:sym typeface="Times New Roman"/>
              </a:rPr>
              <a:t>: flag repeated authorization failures or access attempts outside a user’s normal pattern.</a:t>
            </a:r>
            <a:r>
              <a:rPr lang="en-IN" sz="1500">
                <a:solidFill>
                  <a:schemeClr val="dk1"/>
                </a:solidFill>
              </a:rPr>
              <a:t> </a:t>
            </a:r>
            <a:endParaRPr sz="1900"/>
          </a:p>
        </p:txBody>
      </p:sp>
    </p:spTree>
  </p:cSld>
  <p:clrMapOvr>
    <a:masterClrMapping/>
  </p:clrMapOvr>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0" name="Shape 670"/>
        <p:cNvGrpSpPr/>
        <p:nvPr/>
      </p:nvGrpSpPr>
      <p:grpSpPr>
        <a:xfrm>
          <a:off x="0" y="0"/>
          <a:ext cx="0" cy="0"/>
          <a:chOff x="0" y="0"/>
          <a:chExt cx="0" cy="0"/>
        </a:xfrm>
      </p:grpSpPr>
      <p:sp>
        <p:nvSpPr>
          <p:cNvPr id="671" name="Google Shape;671;h7fed2e4ee422cb1e_0_16"/>
          <p:cNvSpPr txBox="1"/>
          <p:nvPr/>
        </p:nvSpPr>
        <p:spPr>
          <a:xfrm>
            <a:off x="0" y="0"/>
            <a:ext cx="11553600" cy="3815100"/>
          </a:xfrm>
          <a:prstGeom prst="rect">
            <a:avLst/>
          </a:prstGeom>
          <a:noFill/>
          <a:ln>
            <a:noFill/>
          </a:ln>
        </p:spPr>
        <p:txBody>
          <a:bodyPr anchorCtr="0" anchor="t" bIns="121900" lIns="121900" spcFirstLastPara="1" rIns="121900" wrap="square" tIns="121900">
            <a:spAutoFit/>
          </a:bodyPr>
          <a:lstStyle/>
          <a:p>
            <a:pPr indent="0" lvl="0" marL="0" rtl="0" algn="l">
              <a:lnSpc>
                <a:spcPct val="115000"/>
              </a:lnSpc>
              <a:spcBef>
                <a:spcPts val="0"/>
              </a:spcBef>
              <a:spcAft>
                <a:spcPts val="0"/>
              </a:spcAft>
              <a:buNone/>
            </a:pPr>
            <a:r>
              <a:rPr lang="en-IN" sz="1900">
                <a:solidFill>
                  <a:srgbClr val="3F3F3F"/>
                </a:solidFill>
                <a:latin typeface="Meiryo"/>
                <a:ea typeface="Meiryo"/>
                <a:cs typeface="Meiryo"/>
                <a:sym typeface="Meiryo"/>
              </a:rPr>
              <a:t>Findings Summary</a:t>
            </a:r>
            <a:endParaRPr sz="1900">
              <a:solidFill>
                <a:srgbClr val="3F3F3F"/>
              </a:solidFill>
              <a:latin typeface="Meiryo"/>
              <a:ea typeface="Meiryo"/>
              <a:cs typeface="Meiryo"/>
              <a:sym typeface="Meiryo"/>
            </a:endParaRPr>
          </a:p>
          <a:p>
            <a:pPr indent="0" lvl="0" marL="0" rtl="0" algn="l">
              <a:lnSpc>
                <a:spcPct val="115000"/>
              </a:lnSpc>
              <a:spcBef>
                <a:spcPts val="0"/>
              </a:spcBef>
              <a:spcAft>
                <a:spcPts val="0"/>
              </a:spcAft>
              <a:buNone/>
            </a:pPr>
            <a:r>
              <a:rPr lang="en-IN" sz="1500">
                <a:solidFill>
                  <a:schemeClr val="dk1"/>
                </a:solidFill>
                <a:latin typeface="Times New Roman"/>
                <a:ea typeface="Times New Roman"/>
                <a:cs typeface="Times New Roman"/>
                <a:sym typeface="Times New Roman"/>
              </a:rPr>
              <a:t>Summary of every vulnerability class identified and exploited during this assessment, mapped to the OWASP Top 10 (2021):</a:t>
            </a:r>
            <a:endParaRPr sz="1500">
              <a:solidFill>
                <a:schemeClr val="dk1"/>
              </a:solidFill>
              <a:latin typeface="Times New Roman"/>
              <a:ea typeface="Times New Roman"/>
              <a:cs typeface="Times New Roman"/>
              <a:sym typeface="Times New Roman"/>
            </a:endParaRPr>
          </a:p>
          <a:p>
            <a:pPr indent="-400050" lvl="0" marL="609600" rtl="0" algn="l">
              <a:lnSpc>
                <a:spcPct val="115000"/>
              </a:lnSpc>
              <a:spcBef>
                <a:spcPts val="1200"/>
              </a:spcBef>
              <a:spcAft>
                <a:spcPts val="0"/>
              </a:spcAft>
              <a:buClr>
                <a:schemeClr val="dk1"/>
              </a:buClr>
              <a:buSzPts val="1500"/>
              <a:buChar char="●"/>
            </a:pPr>
            <a:r>
              <a:rPr b="1" lang="en-IN" sz="1500">
                <a:solidFill>
                  <a:schemeClr val="dk1"/>
                </a:solidFill>
                <a:latin typeface="Times New Roman"/>
                <a:ea typeface="Times New Roman"/>
                <a:cs typeface="Times New Roman"/>
                <a:sym typeface="Times New Roman"/>
              </a:rPr>
              <a:t>SQL Injection - in-band (UNION-based)</a:t>
            </a:r>
            <a:r>
              <a:rPr lang="en-IN" sz="1500">
                <a:solidFill>
                  <a:schemeClr val="dk1"/>
                </a:solidFill>
                <a:latin typeface="Times New Roman"/>
                <a:ea typeface="Times New Roman"/>
                <a:cs typeface="Times New Roman"/>
                <a:sym typeface="Times New Roman"/>
              </a:rPr>
              <a:t>: A05: 2025 Injection | Critical | full database disclosure via Burp Repeater</a:t>
            </a:r>
            <a:endParaRPr sz="1500">
              <a:solidFill>
                <a:schemeClr val="dk1"/>
              </a:solidFill>
              <a:latin typeface="Times New Roman"/>
              <a:ea typeface="Times New Roman"/>
              <a:cs typeface="Times New Roman"/>
              <a:sym typeface="Times New Roman"/>
            </a:endParaRPr>
          </a:p>
          <a:p>
            <a:pPr indent="-400050" lvl="0" marL="609600" rtl="0" algn="l">
              <a:lnSpc>
                <a:spcPct val="115000"/>
              </a:lnSpc>
              <a:spcBef>
                <a:spcPts val="0"/>
              </a:spcBef>
              <a:spcAft>
                <a:spcPts val="0"/>
              </a:spcAft>
              <a:buClr>
                <a:schemeClr val="dk1"/>
              </a:buClr>
              <a:buSzPts val="1500"/>
              <a:buChar char="●"/>
            </a:pPr>
            <a:r>
              <a:rPr b="1" lang="en-IN" sz="1500">
                <a:solidFill>
                  <a:schemeClr val="dk1"/>
                </a:solidFill>
                <a:latin typeface="Times New Roman"/>
                <a:ea typeface="Times New Roman"/>
                <a:cs typeface="Times New Roman"/>
                <a:sym typeface="Times New Roman"/>
              </a:rPr>
              <a:t>SQL Injection - blind (boolean &amp; time-based)</a:t>
            </a:r>
            <a:r>
              <a:rPr lang="en-IN" sz="1500">
                <a:solidFill>
                  <a:schemeClr val="dk1"/>
                </a:solidFill>
                <a:latin typeface="Times New Roman"/>
                <a:ea typeface="Times New Roman"/>
                <a:cs typeface="Times New Roman"/>
                <a:sym typeface="Times New Roman"/>
              </a:rPr>
              <a:t>: A05: 2025 Injection | Critical | data extracted via manual + Burp Intruder automation</a:t>
            </a:r>
            <a:endParaRPr sz="1500">
              <a:solidFill>
                <a:schemeClr val="dk1"/>
              </a:solidFill>
              <a:latin typeface="Times New Roman"/>
              <a:ea typeface="Times New Roman"/>
              <a:cs typeface="Times New Roman"/>
              <a:sym typeface="Times New Roman"/>
            </a:endParaRPr>
          </a:p>
          <a:p>
            <a:pPr indent="-400050" lvl="0" marL="609600" rtl="0" algn="l">
              <a:lnSpc>
                <a:spcPct val="115000"/>
              </a:lnSpc>
              <a:spcBef>
                <a:spcPts val="0"/>
              </a:spcBef>
              <a:spcAft>
                <a:spcPts val="0"/>
              </a:spcAft>
              <a:buClr>
                <a:schemeClr val="dk1"/>
              </a:buClr>
              <a:buSzPts val="1500"/>
              <a:buChar char="●"/>
            </a:pPr>
            <a:r>
              <a:rPr b="1" lang="en-IN" sz="1500">
                <a:solidFill>
                  <a:schemeClr val="dk1"/>
                </a:solidFill>
                <a:latin typeface="Times New Roman"/>
                <a:ea typeface="Times New Roman"/>
                <a:cs typeface="Times New Roman"/>
                <a:sym typeface="Times New Roman"/>
              </a:rPr>
              <a:t>Weak password hashing (unsalted MD5)</a:t>
            </a:r>
            <a:r>
              <a:rPr lang="en-IN" sz="1500">
                <a:solidFill>
                  <a:schemeClr val="dk1"/>
                </a:solidFill>
                <a:latin typeface="Times New Roman"/>
                <a:ea typeface="Times New Roman"/>
                <a:cs typeface="Times New Roman"/>
                <a:sym typeface="Times New Roman"/>
              </a:rPr>
              <a:t>: A04: 2025 Cryptographic Failures | High | cracked offline with John the Ripper</a:t>
            </a:r>
            <a:endParaRPr sz="1500">
              <a:solidFill>
                <a:schemeClr val="dk1"/>
              </a:solidFill>
              <a:latin typeface="Times New Roman"/>
              <a:ea typeface="Times New Roman"/>
              <a:cs typeface="Times New Roman"/>
              <a:sym typeface="Times New Roman"/>
            </a:endParaRPr>
          </a:p>
          <a:p>
            <a:pPr indent="-400050" lvl="0" marL="609600" rtl="0" algn="l">
              <a:lnSpc>
                <a:spcPct val="115000"/>
              </a:lnSpc>
              <a:spcBef>
                <a:spcPts val="0"/>
              </a:spcBef>
              <a:spcAft>
                <a:spcPts val="0"/>
              </a:spcAft>
              <a:buClr>
                <a:schemeClr val="dk1"/>
              </a:buClr>
              <a:buSzPts val="1500"/>
              <a:buChar char="●"/>
            </a:pPr>
            <a:r>
              <a:rPr b="1" lang="en-IN" sz="1500">
                <a:solidFill>
                  <a:schemeClr val="dk1"/>
                </a:solidFill>
                <a:latin typeface="Times New Roman"/>
                <a:ea typeface="Times New Roman"/>
                <a:cs typeface="Times New Roman"/>
                <a:sym typeface="Times New Roman"/>
              </a:rPr>
              <a:t>Cross-Site Scripting - Reflected</a:t>
            </a:r>
            <a:r>
              <a:rPr lang="en-IN" sz="1500">
                <a:solidFill>
                  <a:schemeClr val="dk1"/>
                </a:solidFill>
                <a:latin typeface="Times New Roman"/>
                <a:ea typeface="Times New Roman"/>
                <a:cs typeface="Times New Roman"/>
                <a:sym typeface="Times New Roman"/>
              </a:rPr>
              <a:t>: A05: 2025 Injection (XSS) | High | manual payload injection</a:t>
            </a:r>
            <a:endParaRPr sz="1500">
              <a:solidFill>
                <a:schemeClr val="dk1"/>
              </a:solidFill>
              <a:latin typeface="Times New Roman"/>
              <a:ea typeface="Times New Roman"/>
              <a:cs typeface="Times New Roman"/>
              <a:sym typeface="Times New Roman"/>
            </a:endParaRPr>
          </a:p>
          <a:p>
            <a:pPr indent="-400050" lvl="0" marL="609600" rtl="0" algn="l">
              <a:lnSpc>
                <a:spcPct val="115000"/>
              </a:lnSpc>
              <a:spcBef>
                <a:spcPts val="0"/>
              </a:spcBef>
              <a:spcAft>
                <a:spcPts val="0"/>
              </a:spcAft>
              <a:buClr>
                <a:schemeClr val="dk1"/>
              </a:buClr>
              <a:buSzPts val="1500"/>
              <a:buChar char="●"/>
            </a:pPr>
            <a:r>
              <a:rPr b="1" lang="en-IN" sz="1500">
                <a:solidFill>
                  <a:schemeClr val="dk1"/>
                </a:solidFill>
                <a:latin typeface="Times New Roman"/>
                <a:ea typeface="Times New Roman"/>
                <a:cs typeface="Times New Roman"/>
                <a:sym typeface="Times New Roman"/>
              </a:rPr>
              <a:t>Cross-Site Scripting - Stored</a:t>
            </a:r>
            <a:r>
              <a:rPr lang="en-IN" sz="1500">
                <a:solidFill>
                  <a:schemeClr val="dk1"/>
                </a:solidFill>
                <a:latin typeface="Times New Roman"/>
                <a:ea typeface="Times New Roman"/>
                <a:cs typeface="Times New Roman"/>
                <a:sym typeface="Times New Roman"/>
              </a:rPr>
              <a:t>: A05: 2025 Injection (XSS) | Critical | verified across separate user sessions</a:t>
            </a:r>
            <a:endParaRPr sz="1500">
              <a:solidFill>
                <a:schemeClr val="dk1"/>
              </a:solidFill>
              <a:latin typeface="Times New Roman"/>
              <a:ea typeface="Times New Roman"/>
              <a:cs typeface="Times New Roman"/>
              <a:sym typeface="Times New Roman"/>
            </a:endParaRPr>
          </a:p>
          <a:p>
            <a:pPr indent="-400050" lvl="0" marL="609600" rtl="0" algn="l">
              <a:lnSpc>
                <a:spcPct val="115000"/>
              </a:lnSpc>
              <a:spcBef>
                <a:spcPts val="0"/>
              </a:spcBef>
              <a:spcAft>
                <a:spcPts val="0"/>
              </a:spcAft>
              <a:buClr>
                <a:schemeClr val="dk1"/>
              </a:buClr>
              <a:buSzPts val="1500"/>
              <a:buChar char="●"/>
            </a:pPr>
            <a:r>
              <a:rPr b="1" lang="en-IN" sz="1500">
                <a:solidFill>
                  <a:schemeClr val="dk1"/>
                </a:solidFill>
                <a:latin typeface="Times New Roman"/>
                <a:ea typeface="Times New Roman"/>
                <a:cs typeface="Times New Roman"/>
                <a:sym typeface="Times New Roman"/>
              </a:rPr>
              <a:t>Cross-Site Scripting - DOM-based</a:t>
            </a:r>
            <a:r>
              <a:rPr lang="en-IN" sz="1500">
                <a:solidFill>
                  <a:schemeClr val="dk1"/>
                </a:solidFill>
                <a:latin typeface="Times New Roman"/>
                <a:ea typeface="Times New Roman"/>
                <a:cs typeface="Times New Roman"/>
                <a:sym typeface="Times New Roman"/>
              </a:rPr>
              <a:t>: A05: 2025 Injection (XSS) | High | client-side sink analysis</a:t>
            </a:r>
            <a:endParaRPr sz="1500">
              <a:solidFill>
                <a:schemeClr val="dk1"/>
              </a:solidFill>
              <a:latin typeface="Times New Roman"/>
              <a:ea typeface="Times New Roman"/>
              <a:cs typeface="Times New Roman"/>
              <a:sym typeface="Times New Roman"/>
            </a:endParaRPr>
          </a:p>
          <a:p>
            <a:pPr indent="-400050" lvl="0" marL="609600" rtl="0" algn="l">
              <a:lnSpc>
                <a:spcPct val="115000"/>
              </a:lnSpc>
              <a:spcBef>
                <a:spcPts val="0"/>
              </a:spcBef>
              <a:spcAft>
                <a:spcPts val="0"/>
              </a:spcAft>
              <a:buClr>
                <a:schemeClr val="dk1"/>
              </a:buClr>
              <a:buSzPts val="1500"/>
              <a:buChar char="●"/>
            </a:pPr>
            <a:r>
              <a:rPr b="1" lang="en-IN" sz="1500">
                <a:solidFill>
                  <a:schemeClr val="dk1"/>
                </a:solidFill>
                <a:latin typeface="Times New Roman"/>
                <a:ea typeface="Times New Roman"/>
                <a:cs typeface="Times New Roman"/>
                <a:sym typeface="Times New Roman"/>
              </a:rPr>
              <a:t>Authorization Bypass / Broken Access Control</a:t>
            </a:r>
            <a:r>
              <a:rPr lang="en-IN" sz="1500">
                <a:solidFill>
                  <a:schemeClr val="dk1"/>
                </a:solidFill>
                <a:latin typeface="Times New Roman"/>
                <a:ea typeface="Times New Roman"/>
                <a:cs typeface="Times New Roman"/>
                <a:sym typeface="Times New Roman"/>
              </a:rPr>
              <a:t>: A01: 2025 Broken Access Control | High | captured admin request replayed by a low-privileged user</a:t>
            </a:r>
            <a:endParaRPr sz="1500">
              <a:solidFill>
                <a:schemeClr val="dk1"/>
              </a:solidFill>
              <a:latin typeface="Times New Roman"/>
              <a:ea typeface="Times New Roman"/>
              <a:cs typeface="Times New Roman"/>
              <a:sym typeface="Times New Roman"/>
            </a:endParaRPr>
          </a:p>
          <a:p>
            <a:pPr indent="0" lvl="0" marL="0" rtl="0" algn="l">
              <a:lnSpc>
                <a:spcPct val="115000"/>
              </a:lnSpc>
              <a:spcBef>
                <a:spcPts val="1500"/>
              </a:spcBef>
              <a:spcAft>
                <a:spcPts val="0"/>
              </a:spcAft>
              <a:buNone/>
            </a:pPr>
            <a:r>
              <a:rPr lang="en-IN" sz="1500">
                <a:solidFill>
                  <a:schemeClr val="dk1"/>
                </a:solidFill>
                <a:latin typeface="Times New Roman"/>
                <a:ea typeface="Times New Roman"/>
                <a:cs typeface="Times New Roman"/>
                <a:sym typeface="Times New Roman"/>
              </a:rPr>
              <a:t>(Severity ratings are illustrative, based on general OWASP guidance for these vulnerability classes in a typical production context; DVWA itself is a deliberately vulnerable lab application, not a production system.)</a:t>
            </a:r>
            <a:endParaRPr sz="1500">
              <a:solidFill>
                <a:schemeClr val="dk1"/>
              </a:solidFill>
              <a:latin typeface="Times New Roman"/>
              <a:ea typeface="Times New Roman"/>
              <a:cs typeface="Times New Roman"/>
              <a:sym typeface="Times New Roman"/>
            </a:endParaRPr>
          </a:p>
        </p:txBody>
      </p:sp>
    </p:spTree>
  </p:cSld>
  <p:clrMapOvr>
    <a:masterClrMapping/>
  </p:clrMapOvr>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5" name="Shape 675"/>
        <p:cNvGrpSpPr/>
        <p:nvPr/>
      </p:nvGrpSpPr>
      <p:grpSpPr>
        <a:xfrm>
          <a:off x="0" y="0"/>
          <a:ext cx="0" cy="0"/>
          <a:chOff x="0" y="0"/>
          <a:chExt cx="0" cy="0"/>
        </a:xfrm>
      </p:grpSpPr>
      <p:sp>
        <p:nvSpPr>
          <p:cNvPr id="676" name="Google Shape;676;h7fed2e4ee422cb1e_0_20"/>
          <p:cNvSpPr txBox="1"/>
          <p:nvPr/>
        </p:nvSpPr>
        <p:spPr>
          <a:xfrm>
            <a:off x="0" y="0"/>
            <a:ext cx="11586000" cy="3818700"/>
          </a:xfrm>
          <a:prstGeom prst="rect">
            <a:avLst/>
          </a:prstGeom>
          <a:noFill/>
          <a:ln>
            <a:noFill/>
          </a:ln>
        </p:spPr>
        <p:txBody>
          <a:bodyPr anchorCtr="0" anchor="t" bIns="121900" lIns="121900" spcFirstLastPara="1" rIns="121900" wrap="square" tIns="121900">
            <a:spAutoFit/>
          </a:bodyPr>
          <a:lstStyle/>
          <a:p>
            <a:pPr indent="0" lvl="0" marL="0" rtl="0" algn="l">
              <a:lnSpc>
                <a:spcPct val="115000"/>
              </a:lnSpc>
              <a:spcBef>
                <a:spcPts val="0"/>
              </a:spcBef>
              <a:spcAft>
                <a:spcPts val="0"/>
              </a:spcAft>
              <a:buNone/>
            </a:pPr>
            <a:r>
              <a:rPr lang="en-IN" sz="1900">
                <a:solidFill>
                  <a:srgbClr val="3F3F3F"/>
                </a:solidFill>
                <a:latin typeface="Meiryo"/>
                <a:ea typeface="Meiryo"/>
                <a:cs typeface="Meiryo"/>
                <a:sym typeface="Meiryo"/>
              </a:rPr>
              <a:t>Future Scope — Blue Team / SIEM Extension</a:t>
            </a:r>
            <a:endParaRPr sz="1900">
              <a:solidFill>
                <a:srgbClr val="3F3F3F"/>
              </a:solidFill>
              <a:latin typeface="Meiryo"/>
              <a:ea typeface="Meiryo"/>
              <a:cs typeface="Meiryo"/>
              <a:sym typeface="Meiryo"/>
            </a:endParaRPr>
          </a:p>
          <a:p>
            <a:pPr indent="0" lvl="0" marL="0" rtl="0" algn="l">
              <a:lnSpc>
                <a:spcPct val="115000"/>
              </a:lnSpc>
              <a:spcBef>
                <a:spcPts val="0"/>
              </a:spcBef>
              <a:spcAft>
                <a:spcPts val="0"/>
              </a:spcAft>
              <a:buNone/>
            </a:pPr>
            <a:r>
              <a:rPr lang="en-IN" sz="1500">
                <a:solidFill>
                  <a:schemeClr val="dk1"/>
                </a:solidFill>
                <a:latin typeface="Times New Roman"/>
                <a:ea typeface="Times New Roman"/>
                <a:cs typeface="Times New Roman"/>
                <a:sym typeface="Times New Roman"/>
              </a:rPr>
              <a:t>This project currently demonstrates the offensive (red team) half of the security lifecycle. The planned next phase closes the loop by building the corresponding defensive (blue team) capability in the same lab.</a:t>
            </a:r>
            <a:endParaRPr sz="1500">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0"/>
              </a:spcAft>
              <a:buNone/>
            </a:pPr>
            <a:r>
              <a:rPr lang="en-IN" sz="1500">
                <a:solidFill>
                  <a:schemeClr val="dk1"/>
                </a:solidFill>
              </a:rPr>
              <a:t>●</a:t>
            </a:r>
            <a:r>
              <a:rPr b="1" lang="en-IN" sz="1500">
                <a:solidFill>
                  <a:schemeClr val="dk1"/>
                </a:solidFill>
                <a:latin typeface="Times New Roman"/>
                <a:ea typeface="Times New Roman"/>
                <a:cs typeface="Times New Roman"/>
                <a:sym typeface="Times New Roman"/>
              </a:rPr>
              <a:t>SIEM integration</a:t>
            </a:r>
            <a:r>
              <a:rPr lang="en-IN" sz="1500">
                <a:solidFill>
                  <a:schemeClr val="dk1"/>
                </a:solidFill>
                <a:latin typeface="Times New Roman"/>
                <a:ea typeface="Times New Roman"/>
                <a:cs typeface="Times New Roman"/>
                <a:sym typeface="Times New Roman"/>
              </a:rPr>
              <a:t>: forward DVWA / web server and Burp-generated attack traffic logs into a SIEM (e.g. Wazuh, Splunk, or the ELK stack).</a:t>
            </a:r>
            <a:endParaRPr sz="1500">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0"/>
              </a:spcAft>
              <a:buNone/>
            </a:pPr>
            <a:r>
              <a:rPr lang="en-IN" sz="1500">
                <a:solidFill>
                  <a:schemeClr val="dk1"/>
                </a:solidFill>
              </a:rPr>
              <a:t>●</a:t>
            </a:r>
            <a:r>
              <a:rPr b="1" lang="en-IN" sz="1500">
                <a:solidFill>
                  <a:schemeClr val="dk1"/>
                </a:solidFill>
                <a:latin typeface="Times New Roman"/>
                <a:ea typeface="Times New Roman"/>
                <a:cs typeface="Times New Roman"/>
                <a:sym typeface="Times New Roman"/>
              </a:rPr>
              <a:t>Detection rules for each attack demonstrated in this project</a:t>
            </a:r>
            <a:r>
              <a:rPr lang="en-IN" sz="1500">
                <a:solidFill>
                  <a:schemeClr val="dk1"/>
                </a:solidFill>
                <a:latin typeface="Times New Roman"/>
                <a:ea typeface="Times New Roman"/>
                <a:cs typeface="Times New Roman"/>
                <a:sym typeface="Times New Roman"/>
              </a:rPr>
              <a:t>: repeated UNION SELECT / information_schema keywords; abnormal response-time variance on one endpoint (blind SQLi signature); &lt;script&gt;, onerror=, javascript: patterns in submitted fields; requests to admin-only endpoints from non-admin sessions.</a:t>
            </a:r>
            <a:endParaRPr sz="1500">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0"/>
              </a:spcAft>
              <a:buNone/>
            </a:pPr>
            <a:r>
              <a:rPr lang="en-IN" sz="1500">
                <a:solidFill>
                  <a:schemeClr val="dk1"/>
                </a:solidFill>
              </a:rPr>
              <a:t>●</a:t>
            </a:r>
            <a:r>
              <a:rPr b="1" lang="en-IN" sz="1500">
                <a:solidFill>
                  <a:schemeClr val="dk1"/>
                </a:solidFill>
                <a:latin typeface="Times New Roman"/>
                <a:ea typeface="Times New Roman"/>
                <a:cs typeface="Times New Roman"/>
                <a:sym typeface="Times New Roman"/>
              </a:rPr>
              <a:t>Real-time log analysis &amp; threat hunting</a:t>
            </a:r>
            <a:r>
              <a:rPr lang="en-IN" sz="1500">
                <a:solidFill>
                  <a:schemeClr val="dk1"/>
                </a:solidFill>
                <a:latin typeface="Times New Roman"/>
                <a:ea typeface="Times New Roman"/>
                <a:cs typeface="Times New Roman"/>
                <a:sym typeface="Times New Roman"/>
              </a:rPr>
              <a:t>: actively hunt through the generated attack traffic to validate detection coverage, rather than relying on alerts alone.</a:t>
            </a:r>
            <a:endParaRPr sz="1500">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0"/>
              </a:spcAft>
              <a:buNone/>
            </a:pPr>
            <a:r>
              <a:rPr lang="en-IN" sz="1500">
                <a:solidFill>
                  <a:schemeClr val="dk1"/>
                </a:solidFill>
              </a:rPr>
              <a:t>●</a:t>
            </a:r>
            <a:r>
              <a:rPr b="1" lang="en-IN" sz="1500">
                <a:solidFill>
                  <a:schemeClr val="dk1"/>
                </a:solidFill>
                <a:latin typeface="Times New Roman"/>
                <a:ea typeface="Times New Roman"/>
                <a:cs typeface="Times New Roman"/>
                <a:sym typeface="Times New Roman"/>
              </a:rPr>
              <a:t>Measurable detection rate</a:t>
            </a:r>
            <a:r>
              <a:rPr lang="en-IN" sz="1500">
                <a:solidFill>
                  <a:schemeClr val="dk1"/>
                </a:solidFill>
                <a:latin typeface="Times New Roman"/>
                <a:ea typeface="Times New Roman"/>
                <a:cs typeface="Times New Roman"/>
                <a:sym typeface="Times New Roman"/>
              </a:rPr>
              <a:t>: report a detection rate for each of the four attack classes in this project, closing the loop between "I can exploit this" and "I can detect this being exploited."</a:t>
            </a:r>
            <a:endParaRPr sz="1500">
              <a:solidFill>
                <a:schemeClr val="dk1"/>
              </a:solidFill>
              <a:latin typeface="Times New Roman"/>
              <a:ea typeface="Times New Roman"/>
              <a:cs typeface="Times New Roman"/>
              <a:sym typeface="Times New Roman"/>
            </a:endParaRPr>
          </a:p>
        </p:txBody>
      </p:sp>
    </p:spTree>
  </p:cSld>
  <p:clrMapOvr>
    <a:masterClrMapping/>
  </p:clrMapOvr>
</p:sld>
</file>

<file path=ppt/theme/theme1.xml><?xml version="1.0" encoding="utf-8"?>
<a:theme xmlns:a="http://schemas.openxmlformats.org/drawingml/2006/main" xmlns:r="http://schemas.openxmlformats.org/officeDocument/2006/relationships" name="ShojiVTI">
  <a:themeElements>
    <a:clrScheme name="Shoji">
      <a:dk1>
        <a:srgbClr val="000000"/>
      </a:dk1>
      <a:lt1>
        <a:srgbClr val="FFFFFF"/>
      </a:lt1>
      <a:dk2>
        <a:srgbClr val="595460"/>
      </a:dk2>
      <a:lt2>
        <a:srgbClr val="EBEDEB"/>
      </a:lt2>
      <a:accent1>
        <a:srgbClr val="97A7B8"/>
      </a:accent1>
      <a:accent2>
        <a:srgbClr val="A5B592"/>
      </a:accent2>
      <a:accent3>
        <a:srgbClr val="CED228"/>
      </a:accent3>
      <a:accent4>
        <a:srgbClr val="D1C499"/>
      </a:accent4>
      <a:accent5>
        <a:srgbClr val="BDB3B6"/>
      </a:accent5>
      <a:accent6>
        <a:srgbClr val="C5A98D"/>
      </a:accent6>
      <a:hlink>
        <a:srgbClr val="CC9900"/>
      </a:hlink>
      <a:folHlink>
        <a:srgbClr val="96A9A9"/>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2025-08-07T13:51:47Z</dcterms:created>
  <dc:creator>Nabeen kumar</dc:creator>
</cp:coreProperties>
</file>